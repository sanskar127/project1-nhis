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CD2D79-2217-4174-A6F1-6678D65E86CE}" v="200" dt="2026-01-20T21:56:44.2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4" d="100"/>
          <a:sy n="84" d="100"/>
        </p:scale>
        <p:origin x="4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D3D765FF80E3FEF/final_she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D3D765FF80E3FEF/final_she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D3D765FF80E3FEF/final_she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D3D765FF80E3FEF/final_she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D3D765FF80E3FEF/final_shee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[final_sheet.xlsx]Pivot Tables!PivotTable8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Hour vs Rentals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Tables'!$B$4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'Pivot Tables'!$A$5:$A$8</c:f>
              <c:strCache>
                <c:ptCount val="4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  <c:pt idx="3">
                  <c:v>Night</c:v>
                </c:pt>
              </c:strCache>
            </c:strRef>
          </c:cat>
          <c:val>
            <c:numRef>
              <c:f>'Pivot Tables'!$B$5:$B$8</c:f>
              <c:numCache>
                <c:formatCode>0</c:formatCode>
                <c:ptCount val="4"/>
                <c:pt idx="0">
                  <c:v>23308</c:v>
                </c:pt>
                <c:pt idx="1">
                  <c:v>11600</c:v>
                </c:pt>
                <c:pt idx="2">
                  <c:v>16968</c:v>
                </c:pt>
                <c:pt idx="3">
                  <c:v>6428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2C-4CDA-A159-122507BB76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77238832"/>
        <c:axId val="1377222992"/>
      </c:lineChart>
      <c:catAx>
        <c:axId val="1377238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7222992"/>
        <c:crosses val="autoZero"/>
        <c:auto val="1"/>
        <c:lblAlgn val="ctr"/>
        <c:lblOffset val="100"/>
        <c:noMultiLvlLbl val="0"/>
      </c:catAx>
      <c:valAx>
        <c:axId val="1377222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7238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[final_sheet.xlsx]Pivot Tables!PivotTable9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Weather Impact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Tables'!$B$11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'Pivot Tables'!$A$12:$A$15</c:f>
              <c:strCache>
                <c:ptCount val="4"/>
                <c:pt idx="0">
                  <c:v>Clear</c:v>
                </c:pt>
                <c:pt idx="1">
                  <c:v>Dark Sky</c:v>
                </c:pt>
                <c:pt idx="2">
                  <c:v>Heavy Rain</c:v>
                </c:pt>
                <c:pt idx="3">
                  <c:v>Mist</c:v>
                </c:pt>
              </c:strCache>
            </c:strRef>
          </c:cat>
          <c:val>
            <c:numRef>
              <c:f>'Pivot Tables'!$B$12:$B$15</c:f>
              <c:numCache>
                <c:formatCode>0</c:formatCode>
                <c:ptCount val="4"/>
                <c:pt idx="0">
                  <c:v>37373</c:v>
                </c:pt>
                <c:pt idx="1">
                  <c:v>2789</c:v>
                </c:pt>
                <c:pt idx="2">
                  <c:v>36</c:v>
                </c:pt>
                <c:pt idx="3">
                  <c:v>18106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2B-440C-B708-93BB0D688D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18623952"/>
        <c:axId val="1018623472"/>
      </c:barChart>
      <c:catAx>
        <c:axId val="1018623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8623472"/>
        <c:crosses val="autoZero"/>
        <c:auto val="1"/>
        <c:lblAlgn val="ctr"/>
        <c:lblOffset val="100"/>
        <c:noMultiLvlLbl val="0"/>
      </c:catAx>
      <c:valAx>
        <c:axId val="1018623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86239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[final_sheet.xlsx]Pivot Tables!PivotTable11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Casual vs Registered</a:t>
            </a:r>
          </a:p>
        </c:rich>
      </c:tx>
      <c:layout>
        <c:manualLayout>
          <c:xMode val="edge"/>
          <c:yMode val="edge"/>
          <c:x val="3.0985132694178148E-2"/>
          <c:y val="2.77970813064628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'Pivot Tables'!$E$16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678-4C4B-8C71-9F62FCA084C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678-4C4B-8C71-9F62FCA084C0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Tables'!$D$17:$D$18</c:f>
              <c:strCache>
                <c:ptCount val="2"/>
                <c:pt idx="0">
                  <c:v>Sum of casual</c:v>
                </c:pt>
                <c:pt idx="1">
                  <c:v>Sum of registered</c:v>
                </c:pt>
              </c:strCache>
            </c:strRef>
          </c:cat>
          <c:val>
            <c:numRef>
              <c:f>'Pivot Tables'!$E$17:$E$18</c:f>
              <c:numCache>
                <c:formatCode>General</c:formatCode>
                <c:ptCount val="2"/>
                <c:pt idx="0">
                  <c:v>4921</c:v>
                </c:pt>
                <c:pt idx="1">
                  <c:v>53383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678-4C4B-8C71-9F62FCA084C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1698279917457699"/>
          <c:y val="0.12321677609815795"/>
          <c:w val="0.30566332269690777"/>
          <c:h val="0.14900766543254942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[final_sheet.xlsx]Pivot Tables!PivotTable12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Weekday vs Weekend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Tables'!$E$11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'Pivot Tables'!$D$12:$D$13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'Pivot Tables'!$E$12:$E$13</c:f>
              <c:numCache>
                <c:formatCode>0</c:formatCode>
                <c:ptCount val="2"/>
                <c:pt idx="0">
                  <c:v>50556</c:v>
                </c:pt>
                <c:pt idx="1">
                  <c:v>7748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A9-423C-8D88-BDA943D957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31110080"/>
        <c:axId val="1531124000"/>
      </c:barChart>
      <c:catAx>
        <c:axId val="1531110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1124000"/>
        <c:crosses val="autoZero"/>
        <c:auto val="1"/>
        <c:lblAlgn val="ctr"/>
        <c:lblOffset val="100"/>
        <c:noMultiLvlLbl val="0"/>
      </c:catAx>
      <c:valAx>
        <c:axId val="1531124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1110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[final_sheet.xlsx]Pivot Tables!PivotTable13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Temp–Humidity Relationship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Tables'!$E$4:$E$5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Tables'!$D$6:$D$8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'Pivot Tables'!$E$6:$E$8</c:f>
              <c:numCache>
                <c:formatCode>0</c:formatCode>
                <c:ptCount val="3"/>
                <c:pt idx="0">
                  <c:v>1144</c:v>
                </c:pt>
                <c:pt idx="1">
                  <c:v>3457</c:v>
                </c:pt>
                <c:pt idx="2">
                  <c:v>6015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F-41EF-BF6D-F16FDA932CD4}"/>
            </c:ext>
          </c:extLst>
        </c:ser>
        <c:ser>
          <c:idx val="1"/>
          <c:order val="1"/>
          <c:tx>
            <c:strRef>
              <c:f>'Pivot Tables'!$F$4:$F$5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Tables'!$D$6:$D$8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'Pivot Tables'!$F$6:$F$8</c:f>
              <c:numCache>
                <c:formatCode>0</c:formatCode>
                <c:ptCount val="3"/>
                <c:pt idx="0">
                  <c:v>3983</c:v>
                </c:pt>
                <c:pt idx="1">
                  <c:v>5259</c:v>
                </c:pt>
                <c:pt idx="2">
                  <c:v>12704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4F-41EF-BF6D-F16FDA932CD4}"/>
            </c:ext>
          </c:extLst>
        </c:ser>
        <c:ser>
          <c:idx val="2"/>
          <c:order val="2"/>
          <c:tx>
            <c:strRef>
              <c:f>'Pivot Tables'!$G$4:$G$5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Tables'!$D$6:$D$8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'Pivot Tables'!$G$6:$G$8</c:f>
              <c:numCache>
                <c:formatCode>0</c:formatCode>
                <c:ptCount val="3"/>
                <c:pt idx="0">
                  <c:v>3142</c:v>
                </c:pt>
                <c:pt idx="1">
                  <c:v>7505</c:v>
                </c:pt>
                <c:pt idx="2">
                  <c:v>15095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84F-41EF-BF6D-F16FDA932CD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531140320"/>
        <c:axId val="1531138880"/>
      </c:barChart>
      <c:catAx>
        <c:axId val="15311403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1138880"/>
        <c:crosses val="autoZero"/>
        <c:auto val="1"/>
        <c:lblAlgn val="ctr"/>
        <c:lblOffset val="100"/>
        <c:noMultiLvlLbl val="0"/>
      </c:catAx>
      <c:valAx>
        <c:axId val="15311388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1140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250B8D-6C13-4F70-8A00-1F67BFF2F85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2D563D8-C0B6-4791-A801-8690B8A9D8DF}">
      <dgm:prSet/>
      <dgm:spPr/>
      <dgm:t>
        <a:bodyPr/>
        <a:lstStyle/>
        <a:p>
          <a:r>
            <a:rPr lang="en-US"/>
            <a:t>Bike-sharing demand varies with time, weather, and user behavior.</a:t>
          </a:r>
        </a:p>
      </dgm:t>
    </dgm:pt>
    <dgm:pt modelId="{13AE6CDE-3C48-4FEB-9605-C064329EEFBD}" type="parTrans" cxnId="{58F8355C-84FA-40BA-95BF-2D3F79EFE7F1}">
      <dgm:prSet/>
      <dgm:spPr/>
      <dgm:t>
        <a:bodyPr/>
        <a:lstStyle/>
        <a:p>
          <a:endParaRPr lang="en-US"/>
        </a:p>
      </dgm:t>
    </dgm:pt>
    <dgm:pt modelId="{AB9F8A1D-D60A-428A-A8EC-D01A67820EDB}" type="sibTrans" cxnId="{58F8355C-84FA-40BA-95BF-2D3F79EFE7F1}">
      <dgm:prSet/>
      <dgm:spPr/>
      <dgm:t>
        <a:bodyPr/>
        <a:lstStyle/>
        <a:p>
          <a:endParaRPr lang="en-US"/>
        </a:p>
      </dgm:t>
    </dgm:pt>
    <dgm:pt modelId="{D53CBBB7-4BD0-46E9-955A-0074EFCBEBD8}">
      <dgm:prSet/>
      <dgm:spPr/>
      <dgm:t>
        <a:bodyPr/>
        <a:lstStyle/>
        <a:p>
          <a:r>
            <a:rPr lang="en-US"/>
            <a:t>Understanding these patterns is essential for operational and business planning.</a:t>
          </a:r>
        </a:p>
      </dgm:t>
    </dgm:pt>
    <dgm:pt modelId="{4160D445-5240-492F-B90E-226BA04CCBD0}" type="parTrans" cxnId="{314B4C10-69C6-4DC7-9CB2-47E7B295E575}">
      <dgm:prSet/>
      <dgm:spPr/>
      <dgm:t>
        <a:bodyPr/>
        <a:lstStyle/>
        <a:p>
          <a:endParaRPr lang="en-US"/>
        </a:p>
      </dgm:t>
    </dgm:pt>
    <dgm:pt modelId="{EB8F3C2B-7143-40C3-B2FD-31BA5D8492D5}" type="sibTrans" cxnId="{314B4C10-69C6-4DC7-9CB2-47E7B295E575}">
      <dgm:prSet/>
      <dgm:spPr/>
      <dgm:t>
        <a:bodyPr/>
        <a:lstStyle/>
        <a:p>
          <a:endParaRPr lang="en-US"/>
        </a:p>
      </dgm:t>
    </dgm:pt>
    <dgm:pt modelId="{3A81274B-839B-42E7-A58C-97CA7B9F4B0A}">
      <dgm:prSet/>
      <dgm:spPr/>
      <dgm:t>
        <a:bodyPr/>
        <a:lstStyle/>
        <a:p>
          <a:r>
            <a:rPr lang="en-US"/>
            <a:t>This project analyzes bike rental data using Excel to uncover demand trends and relationships.</a:t>
          </a:r>
        </a:p>
      </dgm:t>
    </dgm:pt>
    <dgm:pt modelId="{FC098245-9770-41E5-A862-96DE46D69600}" type="parTrans" cxnId="{3CC34894-DDC5-430E-AB95-24832D85134D}">
      <dgm:prSet/>
      <dgm:spPr/>
      <dgm:t>
        <a:bodyPr/>
        <a:lstStyle/>
        <a:p>
          <a:endParaRPr lang="en-US"/>
        </a:p>
      </dgm:t>
    </dgm:pt>
    <dgm:pt modelId="{56167B48-A4B0-4950-9A9E-964B7B8B35D6}" type="sibTrans" cxnId="{3CC34894-DDC5-430E-AB95-24832D85134D}">
      <dgm:prSet/>
      <dgm:spPr/>
      <dgm:t>
        <a:bodyPr/>
        <a:lstStyle/>
        <a:p>
          <a:endParaRPr lang="en-US"/>
        </a:p>
      </dgm:t>
    </dgm:pt>
    <dgm:pt modelId="{ECC5743B-E621-4B20-8032-C5F4B4BF8B92}" type="pres">
      <dgm:prSet presAssocID="{07250B8D-6C13-4F70-8A00-1F67BFF2F85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3D068A6-AE9C-4C1A-9738-43CDB3FBB245}" type="pres">
      <dgm:prSet presAssocID="{52D563D8-C0B6-4791-A801-8690B8A9D8DF}" presName="hierRoot1" presStyleCnt="0"/>
      <dgm:spPr/>
    </dgm:pt>
    <dgm:pt modelId="{EEE2C257-D3F1-4886-8710-CE6B0958EDDF}" type="pres">
      <dgm:prSet presAssocID="{52D563D8-C0B6-4791-A801-8690B8A9D8DF}" presName="composite" presStyleCnt="0"/>
      <dgm:spPr/>
    </dgm:pt>
    <dgm:pt modelId="{9EA61074-B2B3-4DEB-81CC-3246B244D9FE}" type="pres">
      <dgm:prSet presAssocID="{52D563D8-C0B6-4791-A801-8690B8A9D8DF}" presName="background" presStyleLbl="node0" presStyleIdx="0" presStyleCnt="3"/>
      <dgm:spPr/>
    </dgm:pt>
    <dgm:pt modelId="{DF288B42-4DC5-45BE-AEFA-59E74B5FCCAF}" type="pres">
      <dgm:prSet presAssocID="{52D563D8-C0B6-4791-A801-8690B8A9D8DF}" presName="text" presStyleLbl="fgAcc0" presStyleIdx="0" presStyleCnt="3">
        <dgm:presLayoutVars>
          <dgm:chPref val="3"/>
        </dgm:presLayoutVars>
      </dgm:prSet>
      <dgm:spPr/>
    </dgm:pt>
    <dgm:pt modelId="{488E5E2F-E8A4-4755-9CE4-0262A202D4EA}" type="pres">
      <dgm:prSet presAssocID="{52D563D8-C0B6-4791-A801-8690B8A9D8DF}" presName="hierChild2" presStyleCnt="0"/>
      <dgm:spPr/>
    </dgm:pt>
    <dgm:pt modelId="{49E114F9-137A-49DB-BFEB-09D83B32EE38}" type="pres">
      <dgm:prSet presAssocID="{D53CBBB7-4BD0-46E9-955A-0074EFCBEBD8}" presName="hierRoot1" presStyleCnt="0"/>
      <dgm:spPr/>
    </dgm:pt>
    <dgm:pt modelId="{CAA832A6-55ED-4A33-A543-32C3CC9CC4B9}" type="pres">
      <dgm:prSet presAssocID="{D53CBBB7-4BD0-46E9-955A-0074EFCBEBD8}" presName="composite" presStyleCnt="0"/>
      <dgm:spPr/>
    </dgm:pt>
    <dgm:pt modelId="{36B41626-1B94-4D2B-BD7C-9C76C9304C9F}" type="pres">
      <dgm:prSet presAssocID="{D53CBBB7-4BD0-46E9-955A-0074EFCBEBD8}" presName="background" presStyleLbl="node0" presStyleIdx="1" presStyleCnt="3"/>
      <dgm:spPr/>
    </dgm:pt>
    <dgm:pt modelId="{3425B37C-E09E-41AD-BBCE-FA94F82AA3DD}" type="pres">
      <dgm:prSet presAssocID="{D53CBBB7-4BD0-46E9-955A-0074EFCBEBD8}" presName="text" presStyleLbl="fgAcc0" presStyleIdx="1" presStyleCnt="3">
        <dgm:presLayoutVars>
          <dgm:chPref val="3"/>
        </dgm:presLayoutVars>
      </dgm:prSet>
      <dgm:spPr/>
    </dgm:pt>
    <dgm:pt modelId="{B404ECF0-B643-4F4F-8354-F36F59B9A411}" type="pres">
      <dgm:prSet presAssocID="{D53CBBB7-4BD0-46E9-955A-0074EFCBEBD8}" presName="hierChild2" presStyleCnt="0"/>
      <dgm:spPr/>
    </dgm:pt>
    <dgm:pt modelId="{4D9A370E-32C4-4CF4-ADC8-1A6BC6405147}" type="pres">
      <dgm:prSet presAssocID="{3A81274B-839B-42E7-A58C-97CA7B9F4B0A}" presName="hierRoot1" presStyleCnt="0"/>
      <dgm:spPr/>
    </dgm:pt>
    <dgm:pt modelId="{72AF3344-DB27-4C15-9EA9-D6E93C1772D0}" type="pres">
      <dgm:prSet presAssocID="{3A81274B-839B-42E7-A58C-97CA7B9F4B0A}" presName="composite" presStyleCnt="0"/>
      <dgm:spPr/>
    </dgm:pt>
    <dgm:pt modelId="{DD7EC7BF-B65A-4B8A-A8BB-A3621392ABD9}" type="pres">
      <dgm:prSet presAssocID="{3A81274B-839B-42E7-A58C-97CA7B9F4B0A}" presName="background" presStyleLbl="node0" presStyleIdx="2" presStyleCnt="3"/>
      <dgm:spPr/>
    </dgm:pt>
    <dgm:pt modelId="{8C5BEAE1-89ED-4E3C-9C10-3CF112A65F48}" type="pres">
      <dgm:prSet presAssocID="{3A81274B-839B-42E7-A58C-97CA7B9F4B0A}" presName="text" presStyleLbl="fgAcc0" presStyleIdx="2" presStyleCnt="3">
        <dgm:presLayoutVars>
          <dgm:chPref val="3"/>
        </dgm:presLayoutVars>
      </dgm:prSet>
      <dgm:spPr/>
    </dgm:pt>
    <dgm:pt modelId="{F9BDE76D-00DB-4888-8918-9EBFF8FD09D8}" type="pres">
      <dgm:prSet presAssocID="{3A81274B-839B-42E7-A58C-97CA7B9F4B0A}" presName="hierChild2" presStyleCnt="0"/>
      <dgm:spPr/>
    </dgm:pt>
  </dgm:ptLst>
  <dgm:cxnLst>
    <dgm:cxn modelId="{88B26908-8941-4C7E-A1F2-3D94A725AF6D}" type="presOf" srcId="{3A81274B-839B-42E7-A58C-97CA7B9F4B0A}" destId="{8C5BEAE1-89ED-4E3C-9C10-3CF112A65F48}" srcOrd="0" destOrd="0" presId="urn:microsoft.com/office/officeart/2005/8/layout/hierarchy1"/>
    <dgm:cxn modelId="{314B4C10-69C6-4DC7-9CB2-47E7B295E575}" srcId="{07250B8D-6C13-4F70-8A00-1F67BFF2F850}" destId="{D53CBBB7-4BD0-46E9-955A-0074EFCBEBD8}" srcOrd="1" destOrd="0" parTransId="{4160D445-5240-492F-B90E-226BA04CCBD0}" sibTransId="{EB8F3C2B-7143-40C3-B2FD-31BA5D8492D5}"/>
    <dgm:cxn modelId="{56791519-4A44-42F1-8152-BFBC01F57617}" type="presOf" srcId="{07250B8D-6C13-4F70-8A00-1F67BFF2F850}" destId="{ECC5743B-E621-4B20-8032-C5F4B4BF8B92}" srcOrd="0" destOrd="0" presId="urn:microsoft.com/office/officeart/2005/8/layout/hierarchy1"/>
    <dgm:cxn modelId="{5870852E-00FF-429A-9691-67BDF8FA8859}" type="presOf" srcId="{D53CBBB7-4BD0-46E9-955A-0074EFCBEBD8}" destId="{3425B37C-E09E-41AD-BBCE-FA94F82AA3DD}" srcOrd="0" destOrd="0" presId="urn:microsoft.com/office/officeart/2005/8/layout/hierarchy1"/>
    <dgm:cxn modelId="{58F8355C-84FA-40BA-95BF-2D3F79EFE7F1}" srcId="{07250B8D-6C13-4F70-8A00-1F67BFF2F850}" destId="{52D563D8-C0B6-4791-A801-8690B8A9D8DF}" srcOrd="0" destOrd="0" parTransId="{13AE6CDE-3C48-4FEB-9605-C064329EEFBD}" sibTransId="{AB9F8A1D-D60A-428A-A8EC-D01A67820EDB}"/>
    <dgm:cxn modelId="{BB10655A-66E7-44FE-8D4E-5A9E04289C51}" type="presOf" srcId="{52D563D8-C0B6-4791-A801-8690B8A9D8DF}" destId="{DF288B42-4DC5-45BE-AEFA-59E74B5FCCAF}" srcOrd="0" destOrd="0" presId="urn:microsoft.com/office/officeart/2005/8/layout/hierarchy1"/>
    <dgm:cxn modelId="{3CC34894-DDC5-430E-AB95-24832D85134D}" srcId="{07250B8D-6C13-4F70-8A00-1F67BFF2F850}" destId="{3A81274B-839B-42E7-A58C-97CA7B9F4B0A}" srcOrd="2" destOrd="0" parTransId="{FC098245-9770-41E5-A862-96DE46D69600}" sibTransId="{56167B48-A4B0-4950-9A9E-964B7B8B35D6}"/>
    <dgm:cxn modelId="{DAEF8FB2-8E9C-448F-8D20-E3D7190015F1}" type="presParOf" srcId="{ECC5743B-E621-4B20-8032-C5F4B4BF8B92}" destId="{03D068A6-AE9C-4C1A-9738-43CDB3FBB245}" srcOrd="0" destOrd="0" presId="urn:microsoft.com/office/officeart/2005/8/layout/hierarchy1"/>
    <dgm:cxn modelId="{971E17F6-B690-4E16-8BC8-14CFECCF89CE}" type="presParOf" srcId="{03D068A6-AE9C-4C1A-9738-43CDB3FBB245}" destId="{EEE2C257-D3F1-4886-8710-CE6B0958EDDF}" srcOrd="0" destOrd="0" presId="urn:microsoft.com/office/officeart/2005/8/layout/hierarchy1"/>
    <dgm:cxn modelId="{9456889C-E043-4D8D-8DB8-AF0C8DE17CB3}" type="presParOf" srcId="{EEE2C257-D3F1-4886-8710-CE6B0958EDDF}" destId="{9EA61074-B2B3-4DEB-81CC-3246B244D9FE}" srcOrd="0" destOrd="0" presId="urn:microsoft.com/office/officeart/2005/8/layout/hierarchy1"/>
    <dgm:cxn modelId="{1D22152B-B247-44C3-A463-8F42C8DD9D3D}" type="presParOf" srcId="{EEE2C257-D3F1-4886-8710-CE6B0958EDDF}" destId="{DF288B42-4DC5-45BE-AEFA-59E74B5FCCAF}" srcOrd="1" destOrd="0" presId="urn:microsoft.com/office/officeart/2005/8/layout/hierarchy1"/>
    <dgm:cxn modelId="{596BCBE5-B0EA-42AD-9783-3273A4F06345}" type="presParOf" srcId="{03D068A6-AE9C-4C1A-9738-43CDB3FBB245}" destId="{488E5E2F-E8A4-4755-9CE4-0262A202D4EA}" srcOrd="1" destOrd="0" presId="urn:microsoft.com/office/officeart/2005/8/layout/hierarchy1"/>
    <dgm:cxn modelId="{C7389FE9-C41D-4A52-8854-D2B3A89B5D78}" type="presParOf" srcId="{ECC5743B-E621-4B20-8032-C5F4B4BF8B92}" destId="{49E114F9-137A-49DB-BFEB-09D83B32EE38}" srcOrd="1" destOrd="0" presId="urn:microsoft.com/office/officeart/2005/8/layout/hierarchy1"/>
    <dgm:cxn modelId="{6FF6DC6D-26ED-494B-8ADD-A781B785FF43}" type="presParOf" srcId="{49E114F9-137A-49DB-BFEB-09D83B32EE38}" destId="{CAA832A6-55ED-4A33-A543-32C3CC9CC4B9}" srcOrd="0" destOrd="0" presId="urn:microsoft.com/office/officeart/2005/8/layout/hierarchy1"/>
    <dgm:cxn modelId="{2364EB75-327A-41EC-95B9-2A990256D640}" type="presParOf" srcId="{CAA832A6-55ED-4A33-A543-32C3CC9CC4B9}" destId="{36B41626-1B94-4D2B-BD7C-9C76C9304C9F}" srcOrd="0" destOrd="0" presId="urn:microsoft.com/office/officeart/2005/8/layout/hierarchy1"/>
    <dgm:cxn modelId="{265DA9B1-B645-4B40-A649-5F61E11DA8C6}" type="presParOf" srcId="{CAA832A6-55ED-4A33-A543-32C3CC9CC4B9}" destId="{3425B37C-E09E-41AD-BBCE-FA94F82AA3DD}" srcOrd="1" destOrd="0" presId="urn:microsoft.com/office/officeart/2005/8/layout/hierarchy1"/>
    <dgm:cxn modelId="{418C0B78-7383-4085-B6EF-46F2ABEDA265}" type="presParOf" srcId="{49E114F9-137A-49DB-BFEB-09D83B32EE38}" destId="{B404ECF0-B643-4F4F-8354-F36F59B9A411}" srcOrd="1" destOrd="0" presId="urn:microsoft.com/office/officeart/2005/8/layout/hierarchy1"/>
    <dgm:cxn modelId="{E4A52DA5-B06A-45F0-A50E-61F5D0ADD9EB}" type="presParOf" srcId="{ECC5743B-E621-4B20-8032-C5F4B4BF8B92}" destId="{4D9A370E-32C4-4CF4-ADC8-1A6BC6405147}" srcOrd="2" destOrd="0" presId="urn:microsoft.com/office/officeart/2005/8/layout/hierarchy1"/>
    <dgm:cxn modelId="{093EA4D9-574A-48CA-A4CF-8F0B0C08F165}" type="presParOf" srcId="{4D9A370E-32C4-4CF4-ADC8-1A6BC6405147}" destId="{72AF3344-DB27-4C15-9EA9-D6E93C1772D0}" srcOrd="0" destOrd="0" presId="urn:microsoft.com/office/officeart/2005/8/layout/hierarchy1"/>
    <dgm:cxn modelId="{C84DA07B-B4C4-4768-9D20-67A3D501DE41}" type="presParOf" srcId="{72AF3344-DB27-4C15-9EA9-D6E93C1772D0}" destId="{DD7EC7BF-B65A-4B8A-A8BB-A3621392ABD9}" srcOrd="0" destOrd="0" presId="urn:microsoft.com/office/officeart/2005/8/layout/hierarchy1"/>
    <dgm:cxn modelId="{C0BEC5ED-83D1-4B2A-B78F-ECE12AFA7A74}" type="presParOf" srcId="{72AF3344-DB27-4C15-9EA9-D6E93C1772D0}" destId="{8C5BEAE1-89ED-4E3C-9C10-3CF112A65F48}" srcOrd="1" destOrd="0" presId="urn:microsoft.com/office/officeart/2005/8/layout/hierarchy1"/>
    <dgm:cxn modelId="{CEE61561-9177-4DCB-ADB9-70FDE60974A5}" type="presParOf" srcId="{4D9A370E-32C4-4CF4-ADC8-1A6BC6405147}" destId="{F9BDE76D-00DB-4888-8918-9EBFF8FD09D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E90793-DAA5-435F-9510-1E2595D31DA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8D37C9E-E56F-4F7C-82A7-D11992E21B1F}">
      <dgm:prSet/>
      <dgm:spPr/>
      <dgm:t>
        <a:bodyPr/>
        <a:lstStyle/>
        <a:p>
          <a:r>
            <a:rPr lang="en-US"/>
            <a:t>Dataset 1: Time, date, season, weather, temperature</a:t>
          </a:r>
        </a:p>
      </dgm:t>
    </dgm:pt>
    <dgm:pt modelId="{AAED492D-F9E1-4C1D-A6D6-52CD72EBA853}" type="parTrans" cxnId="{CEC8010E-1FBA-4CCD-BD34-6D4089F5C706}">
      <dgm:prSet/>
      <dgm:spPr/>
      <dgm:t>
        <a:bodyPr/>
        <a:lstStyle/>
        <a:p>
          <a:endParaRPr lang="en-US"/>
        </a:p>
      </dgm:t>
    </dgm:pt>
    <dgm:pt modelId="{A5C53240-2FB3-4F8A-A6DC-EF0C57E07A52}" type="sibTrans" cxnId="{CEC8010E-1FBA-4CCD-BD34-6D4089F5C706}">
      <dgm:prSet/>
      <dgm:spPr/>
      <dgm:t>
        <a:bodyPr/>
        <a:lstStyle/>
        <a:p>
          <a:endParaRPr lang="en-US"/>
        </a:p>
      </dgm:t>
    </dgm:pt>
    <dgm:pt modelId="{129A7491-C367-44AB-872C-9715209AD9EE}">
      <dgm:prSet/>
      <dgm:spPr/>
      <dgm:t>
        <a:bodyPr/>
        <a:lstStyle/>
        <a:p>
          <a:r>
            <a:rPr lang="en-US"/>
            <a:t>Dataset 2: User type and rental count data</a:t>
          </a:r>
        </a:p>
      </dgm:t>
    </dgm:pt>
    <dgm:pt modelId="{0A36FAB0-1893-406D-BC61-79DAEECF711E}" type="parTrans" cxnId="{D04F5949-2C02-4D76-BD4D-E6E60451A97B}">
      <dgm:prSet/>
      <dgm:spPr/>
      <dgm:t>
        <a:bodyPr/>
        <a:lstStyle/>
        <a:p>
          <a:endParaRPr lang="en-US"/>
        </a:p>
      </dgm:t>
    </dgm:pt>
    <dgm:pt modelId="{9164B8A5-4A39-460D-91C7-06B1AF9678D4}" type="sibTrans" cxnId="{D04F5949-2C02-4D76-BD4D-E6E60451A97B}">
      <dgm:prSet/>
      <dgm:spPr/>
      <dgm:t>
        <a:bodyPr/>
        <a:lstStyle/>
        <a:p>
          <a:endParaRPr lang="en-US"/>
        </a:p>
      </dgm:t>
    </dgm:pt>
    <dgm:pt modelId="{71E0D0D2-ABB1-4D8E-8B97-2064ED714877}">
      <dgm:prSet/>
      <dgm:spPr/>
      <dgm:t>
        <a:bodyPr/>
        <a:lstStyle/>
        <a:p>
          <a:r>
            <a:rPr lang="en-US"/>
            <a:t>Dataset 3: Additional contextual variables</a:t>
          </a:r>
        </a:p>
      </dgm:t>
    </dgm:pt>
    <dgm:pt modelId="{12F9C55A-25BB-4339-8F3A-4395A150F8A5}" type="parTrans" cxnId="{EC1E844A-06C6-40FE-B1B4-9996EA0715C6}">
      <dgm:prSet/>
      <dgm:spPr/>
      <dgm:t>
        <a:bodyPr/>
        <a:lstStyle/>
        <a:p>
          <a:endParaRPr lang="en-US"/>
        </a:p>
      </dgm:t>
    </dgm:pt>
    <dgm:pt modelId="{9768E734-9CC5-4422-AA8B-B981DFA48121}" type="sibTrans" cxnId="{EC1E844A-06C6-40FE-B1B4-9996EA0715C6}">
      <dgm:prSet/>
      <dgm:spPr/>
      <dgm:t>
        <a:bodyPr/>
        <a:lstStyle/>
        <a:p>
          <a:endParaRPr lang="en-US"/>
        </a:p>
      </dgm:t>
    </dgm:pt>
    <dgm:pt modelId="{F3C98599-6F3B-471B-90F5-10135EC85122}">
      <dgm:prSet/>
      <dgm:spPr/>
      <dgm:t>
        <a:bodyPr/>
        <a:lstStyle/>
        <a:p>
          <a:r>
            <a:rPr lang="en-US"/>
            <a:t>pre_final_sheet: Dataset 1 + Dataset 2 combined</a:t>
          </a:r>
        </a:p>
      </dgm:t>
    </dgm:pt>
    <dgm:pt modelId="{F4A99E3F-76AF-4F17-950F-25BF04C327B2}" type="parTrans" cxnId="{D5D45ABE-99FB-4F0C-BD3A-57C240310298}">
      <dgm:prSet/>
      <dgm:spPr/>
      <dgm:t>
        <a:bodyPr/>
        <a:lstStyle/>
        <a:p>
          <a:endParaRPr lang="en-US"/>
        </a:p>
      </dgm:t>
    </dgm:pt>
    <dgm:pt modelId="{24A9D47A-D40D-4211-9966-3168954CD56A}" type="sibTrans" cxnId="{D5D45ABE-99FB-4F0C-BD3A-57C240310298}">
      <dgm:prSet/>
      <dgm:spPr/>
      <dgm:t>
        <a:bodyPr/>
        <a:lstStyle/>
        <a:p>
          <a:endParaRPr lang="en-US"/>
        </a:p>
      </dgm:t>
    </dgm:pt>
    <dgm:pt modelId="{E927B112-1E72-47EF-9308-402E78BA0D64}">
      <dgm:prSet/>
      <dgm:spPr/>
      <dgm:t>
        <a:bodyPr/>
        <a:lstStyle/>
        <a:p>
          <a:r>
            <a:rPr lang="en-US"/>
            <a:t>final_sheet: Dataset 1 + Dataset 2 + Dataset 3 combined</a:t>
          </a:r>
        </a:p>
      </dgm:t>
    </dgm:pt>
    <dgm:pt modelId="{B38DE767-4E84-4884-AC8A-D3A92F3CA853}" type="parTrans" cxnId="{FB06CCE6-1201-4232-8CBE-526F88F0C4DB}">
      <dgm:prSet/>
      <dgm:spPr/>
      <dgm:t>
        <a:bodyPr/>
        <a:lstStyle/>
        <a:p>
          <a:endParaRPr lang="en-US"/>
        </a:p>
      </dgm:t>
    </dgm:pt>
    <dgm:pt modelId="{FBE9459D-971C-431B-874F-F31258034177}" type="sibTrans" cxnId="{FB06CCE6-1201-4232-8CBE-526F88F0C4DB}">
      <dgm:prSet/>
      <dgm:spPr/>
      <dgm:t>
        <a:bodyPr/>
        <a:lstStyle/>
        <a:p>
          <a:endParaRPr lang="en-US"/>
        </a:p>
      </dgm:t>
    </dgm:pt>
    <dgm:pt modelId="{74EB7351-4075-411D-BA41-DD3441B3137C}" type="pres">
      <dgm:prSet presAssocID="{60E90793-DAA5-435F-9510-1E2595D31DA3}" presName="linear" presStyleCnt="0">
        <dgm:presLayoutVars>
          <dgm:animLvl val="lvl"/>
          <dgm:resizeHandles val="exact"/>
        </dgm:presLayoutVars>
      </dgm:prSet>
      <dgm:spPr/>
    </dgm:pt>
    <dgm:pt modelId="{5412979D-9F7C-4AB2-B6B3-305EF832B3C8}" type="pres">
      <dgm:prSet presAssocID="{58D37C9E-E56F-4F7C-82A7-D11992E21B1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887C358-6EC1-4B14-9A27-BF925A710C88}" type="pres">
      <dgm:prSet presAssocID="{A5C53240-2FB3-4F8A-A6DC-EF0C57E07A52}" presName="spacer" presStyleCnt="0"/>
      <dgm:spPr/>
    </dgm:pt>
    <dgm:pt modelId="{4C7A4B6F-3D03-4DD0-983D-D165BCA666FC}" type="pres">
      <dgm:prSet presAssocID="{129A7491-C367-44AB-872C-9715209AD9E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105F564-D92E-48F7-9EF0-AAAD578B4543}" type="pres">
      <dgm:prSet presAssocID="{9164B8A5-4A39-460D-91C7-06B1AF9678D4}" presName="spacer" presStyleCnt="0"/>
      <dgm:spPr/>
    </dgm:pt>
    <dgm:pt modelId="{B5B5EFEF-05C2-45BD-8BBA-C92EE93B52CE}" type="pres">
      <dgm:prSet presAssocID="{71E0D0D2-ABB1-4D8E-8B97-2064ED71487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E24B169-7988-41F2-A9BB-BE4F3A9CD2CC}" type="pres">
      <dgm:prSet presAssocID="{9768E734-9CC5-4422-AA8B-B981DFA48121}" presName="spacer" presStyleCnt="0"/>
      <dgm:spPr/>
    </dgm:pt>
    <dgm:pt modelId="{DCBEE844-2059-4E0C-BC61-121B07BAD677}" type="pres">
      <dgm:prSet presAssocID="{F3C98599-6F3B-471B-90F5-10135EC8512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AEEF368-B359-42D6-B881-7263EE86222C}" type="pres">
      <dgm:prSet presAssocID="{24A9D47A-D40D-4211-9966-3168954CD56A}" presName="spacer" presStyleCnt="0"/>
      <dgm:spPr/>
    </dgm:pt>
    <dgm:pt modelId="{5660DF38-D630-47E3-8309-194C0B1D43B1}" type="pres">
      <dgm:prSet presAssocID="{E927B112-1E72-47EF-9308-402E78BA0D6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EC8010E-1FBA-4CCD-BD34-6D4089F5C706}" srcId="{60E90793-DAA5-435F-9510-1E2595D31DA3}" destId="{58D37C9E-E56F-4F7C-82A7-D11992E21B1F}" srcOrd="0" destOrd="0" parTransId="{AAED492D-F9E1-4C1D-A6D6-52CD72EBA853}" sibTransId="{A5C53240-2FB3-4F8A-A6DC-EF0C57E07A52}"/>
    <dgm:cxn modelId="{AF5F4F12-EE9B-424E-BF36-8CF39155B8C1}" type="presOf" srcId="{129A7491-C367-44AB-872C-9715209AD9EE}" destId="{4C7A4B6F-3D03-4DD0-983D-D165BCA666FC}" srcOrd="0" destOrd="0" presId="urn:microsoft.com/office/officeart/2005/8/layout/vList2"/>
    <dgm:cxn modelId="{360E4B46-212D-4B6A-9BF6-784D708B8D30}" type="presOf" srcId="{71E0D0D2-ABB1-4D8E-8B97-2064ED714877}" destId="{B5B5EFEF-05C2-45BD-8BBA-C92EE93B52CE}" srcOrd="0" destOrd="0" presId="urn:microsoft.com/office/officeart/2005/8/layout/vList2"/>
    <dgm:cxn modelId="{D04F5949-2C02-4D76-BD4D-E6E60451A97B}" srcId="{60E90793-DAA5-435F-9510-1E2595D31DA3}" destId="{129A7491-C367-44AB-872C-9715209AD9EE}" srcOrd="1" destOrd="0" parTransId="{0A36FAB0-1893-406D-BC61-79DAEECF711E}" sibTransId="{9164B8A5-4A39-460D-91C7-06B1AF9678D4}"/>
    <dgm:cxn modelId="{EC1E844A-06C6-40FE-B1B4-9996EA0715C6}" srcId="{60E90793-DAA5-435F-9510-1E2595D31DA3}" destId="{71E0D0D2-ABB1-4D8E-8B97-2064ED714877}" srcOrd="2" destOrd="0" parTransId="{12F9C55A-25BB-4339-8F3A-4395A150F8A5}" sibTransId="{9768E734-9CC5-4422-AA8B-B981DFA48121}"/>
    <dgm:cxn modelId="{9141AB4F-180B-4E04-99E2-C72C6656F570}" type="presOf" srcId="{60E90793-DAA5-435F-9510-1E2595D31DA3}" destId="{74EB7351-4075-411D-BA41-DD3441B3137C}" srcOrd="0" destOrd="0" presId="urn:microsoft.com/office/officeart/2005/8/layout/vList2"/>
    <dgm:cxn modelId="{03D58050-A145-4F3E-9D5E-CF2D16B11A68}" type="presOf" srcId="{E927B112-1E72-47EF-9308-402E78BA0D64}" destId="{5660DF38-D630-47E3-8309-194C0B1D43B1}" srcOrd="0" destOrd="0" presId="urn:microsoft.com/office/officeart/2005/8/layout/vList2"/>
    <dgm:cxn modelId="{33293175-7864-48C4-8B05-C8D948F0FF69}" type="presOf" srcId="{58D37C9E-E56F-4F7C-82A7-D11992E21B1F}" destId="{5412979D-9F7C-4AB2-B6B3-305EF832B3C8}" srcOrd="0" destOrd="0" presId="urn:microsoft.com/office/officeart/2005/8/layout/vList2"/>
    <dgm:cxn modelId="{D5D45ABE-99FB-4F0C-BD3A-57C240310298}" srcId="{60E90793-DAA5-435F-9510-1E2595D31DA3}" destId="{F3C98599-6F3B-471B-90F5-10135EC85122}" srcOrd="3" destOrd="0" parTransId="{F4A99E3F-76AF-4F17-950F-25BF04C327B2}" sibTransId="{24A9D47A-D40D-4211-9966-3168954CD56A}"/>
    <dgm:cxn modelId="{FB06CCE6-1201-4232-8CBE-526F88F0C4DB}" srcId="{60E90793-DAA5-435F-9510-1E2595D31DA3}" destId="{E927B112-1E72-47EF-9308-402E78BA0D64}" srcOrd="4" destOrd="0" parTransId="{B38DE767-4E84-4884-AC8A-D3A92F3CA853}" sibTransId="{FBE9459D-971C-431B-874F-F31258034177}"/>
    <dgm:cxn modelId="{56FA56F1-699F-4E1D-998A-C3007DC4AD96}" type="presOf" srcId="{F3C98599-6F3B-471B-90F5-10135EC85122}" destId="{DCBEE844-2059-4E0C-BC61-121B07BAD677}" srcOrd="0" destOrd="0" presId="urn:microsoft.com/office/officeart/2005/8/layout/vList2"/>
    <dgm:cxn modelId="{D211C751-4B73-4727-88D3-CDF7A088FC84}" type="presParOf" srcId="{74EB7351-4075-411D-BA41-DD3441B3137C}" destId="{5412979D-9F7C-4AB2-B6B3-305EF832B3C8}" srcOrd="0" destOrd="0" presId="urn:microsoft.com/office/officeart/2005/8/layout/vList2"/>
    <dgm:cxn modelId="{0BFFAEDD-FE2E-41E2-B7F7-698ECA195B08}" type="presParOf" srcId="{74EB7351-4075-411D-BA41-DD3441B3137C}" destId="{0887C358-6EC1-4B14-9A27-BF925A710C88}" srcOrd="1" destOrd="0" presId="urn:microsoft.com/office/officeart/2005/8/layout/vList2"/>
    <dgm:cxn modelId="{43E6C65A-1728-4EE2-85DE-9FAE2CC5CD1E}" type="presParOf" srcId="{74EB7351-4075-411D-BA41-DD3441B3137C}" destId="{4C7A4B6F-3D03-4DD0-983D-D165BCA666FC}" srcOrd="2" destOrd="0" presId="urn:microsoft.com/office/officeart/2005/8/layout/vList2"/>
    <dgm:cxn modelId="{035084C8-E4FB-4D82-899E-854407051D89}" type="presParOf" srcId="{74EB7351-4075-411D-BA41-DD3441B3137C}" destId="{F105F564-D92E-48F7-9EF0-AAAD578B4543}" srcOrd="3" destOrd="0" presId="urn:microsoft.com/office/officeart/2005/8/layout/vList2"/>
    <dgm:cxn modelId="{319E2BB6-D422-4762-AB37-68F189D8CFC6}" type="presParOf" srcId="{74EB7351-4075-411D-BA41-DD3441B3137C}" destId="{B5B5EFEF-05C2-45BD-8BBA-C92EE93B52CE}" srcOrd="4" destOrd="0" presId="urn:microsoft.com/office/officeart/2005/8/layout/vList2"/>
    <dgm:cxn modelId="{84B9F946-734C-40B3-B3E2-88C7666882D7}" type="presParOf" srcId="{74EB7351-4075-411D-BA41-DD3441B3137C}" destId="{8E24B169-7988-41F2-A9BB-BE4F3A9CD2CC}" srcOrd="5" destOrd="0" presId="urn:microsoft.com/office/officeart/2005/8/layout/vList2"/>
    <dgm:cxn modelId="{40E6BF69-0FC1-4F0D-A9B0-EA501820D726}" type="presParOf" srcId="{74EB7351-4075-411D-BA41-DD3441B3137C}" destId="{DCBEE844-2059-4E0C-BC61-121B07BAD677}" srcOrd="6" destOrd="0" presId="urn:microsoft.com/office/officeart/2005/8/layout/vList2"/>
    <dgm:cxn modelId="{410D1E98-0A1D-47EA-9CD1-B7A942EA6BD4}" type="presParOf" srcId="{74EB7351-4075-411D-BA41-DD3441B3137C}" destId="{8AEEF368-B359-42D6-B881-7263EE86222C}" srcOrd="7" destOrd="0" presId="urn:microsoft.com/office/officeart/2005/8/layout/vList2"/>
    <dgm:cxn modelId="{810178A8-2167-45D5-835F-7939E8E30271}" type="presParOf" srcId="{74EB7351-4075-411D-BA41-DD3441B3137C}" destId="{5660DF38-D630-47E3-8309-194C0B1D43B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6CC7CF-FF06-49DE-BC3B-ACD4932C32E6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E846B6F-0E1A-4E42-AE8A-7144B3FA2835}">
      <dgm:prSet/>
      <dgm:spPr/>
      <dgm:t>
        <a:bodyPr/>
        <a:lstStyle/>
        <a:p>
          <a:r>
            <a:rPr lang="en-US"/>
            <a:t>Cleaned and standardized merged datasets</a:t>
          </a:r>
        </a:p>
      </dgm:t>
    </dgm:pt>
    <dgm:pt modelId="{C8123DA4-0042-44A1-AA18-F0C0D9EE21F3}" type="parTrans" cxnId="{12E73994-3A3F-4DB9-808B-F809D11BE6FB}">
      <dgm:prSet/>
      <dgm:spPr/>
      <dgm:t>
        <a:bodyPr/>
        <a:lstStyle/>
        <a:p>
          <a:endParaRPr lang="en-US"/>
        </a:p>
      </dgm:t>
    </dgm:pt>
    <dgm:pt modelId="{0909641F-5706-4159-BEF0-BE9BCED474C9}" type="sibTrans" cxnId="{12E73994-3A3F-4DB9-808B-F809D11BE6FB}">
      <dgm:prSet/>
      <dgm:spPr/>
      <dgm:t>
        <a:bodyPr/>
        <a:lstStyle/>
        <a:p>
          <a:endParaRPr lang="en-US"/>
        </a:p>
      </dgm:t>
    </dgm:pt>
    <dgm:pt modelId="{F8A646D5-099D-49E9-B478-E04DAEF65F94}">
      <dgm:prSet/>
      <dgm:spPr/>
      <dgm:t>
        <a:bodyPr/>
        <a:lstStyle/>
        <a:p>
          <a:r>
            <a:rPr lang="en-US"/>
            <a:t>Removed duplicates and inconsistencies</a:t>
          </a:r>
        </a:p>
      </dgm:t>
    </dgm:pt>
    <dgm:pt modelId="{30E62F2A-23C3-49E4-9870-9D03AC64B50A}" type="parTrans" cxnId="{7ED4EA81-4B15-4620-B591-AD2AA6D15FC4}">
      <dgm:prSet/>
      <dgm:spPr/>
      <dgm:t>
        <a:bodyPr/>
        <a:lstStyle/>
        <a:p>
          <a:endParaRPr lang="en-US"/>
        </a:p>
      </dgm:t>
    </dgm:pt>
    <dgm:pt modelId="{23A72D7F-0BAC-49E6-A688-D06B183533F4}" type="sibTrans" cxnId="{7ED4EA81-4B15-4620-B591-AD2AA6D15FC4}">
      <dgm:prSet/>
      <dgm:spPr/>
      <dgm:t>
        <a:bodyPr/>
        <a:lstStyle/>
        <a:p>
          <a:endParaRPr lang="en-US"/>
        </a:p>
      </dgm:t>
    </dgm:pt>
    <dgm:pt modelId="{57D28142-7C80-4AB9-8AFF-B83CFA76BE4A}">
      <dgm:prSet/>
      <dgm:spPr/>
      <dgm:t>
        <a:bodyPr/>
        <a:lstStyle/>
        <a:p>
          <a:r>
            <a:rPr lang="en-US"/>
            <a:t>Created categorical columns for BI analysis:</a:t>
          </a:r>
        </a:p>
      </dgm:t>
    </dgm:pt>
    <dgm:pt modelId="{D232AD55-546F-4AB7-B19C-92E72FE48138}" type="parTrans" cxnId="{FF30A0B1-7943-4EA6-AAC6-69E1386A35C7}">
      <dgm:prSet/>
      <dgm:spPr/>
      <dgm:t>
        <a:bodyPr/>
        <a:lstStyle/>
        <a:p>
          <a:endParaRPr lang="en-US"/>
        </a:p>
      </dgm:t>
    </dgm:pt>
    <dgm:pt modelId="{F063B69A-8662-4336-9C6E-40F2FC5713BB}" type="sibTrans" cxnId="{FF30A0B1-7943-4EA6-AAC6-69E1386A35C7}">
      <dgm:prSet/>
      <dgm:spPr/>
      <dgm:t>
        <a:bodyPr/>
        <a:lstStyle/>
        <a:p>
          <a:endParaRPr lang="en-US"/>
        </a:p>
      </dgm:t>
    </dgm:pt>
    <dgm:pt modelId="{BFF975EA-E10F-4743-9D3B-BF5B62C6607C}">
      <dgm:prSet/>
      <dgm:spPr/>
      <dgm:t>
        <a:bodyPr/>
        <a:lstStyle/>
        <a:p>
          <a:r>
            <a:rPr lang="en-US"/>
            <a:t>Day type (weekday / weekend)</a:t>
          </a:r>
        </a:p>
      </dgm:t>
    </dgm:pt>
    <dgm:pt modelId="{B75C454F-C884-4A8D-B710-BB3E3F732967}" type="parTrans" cxnId="{C0F2ACB9-71B5-4D1C-8658-A5B18FEE0176}">
      <dgm:prSet/>
      <dgm:spPr/>
      <dgm:t>
        <a:bodyPr/>
        <a:lstStyle/>
        <a:p>
          <a:endParaRPr lang="en-US"/>
        </a:p>
      </dgm:t>
    </dgm:pt>
    <dgm:pt modelId="{49F7028C-9CB6-48D8-98EB-363D4ABE93F5}" type="sibTrans" cxnId="{C0F2ACB9-71B5-4D1C-8658-A5B18FEE0176}">
      <dgm:prSet/>
      <dgm:spPr/>
      <dgm:t>
        <a:bodyPr/>
        <a:lstStyle/>
        <a:p>
          <a:endParaRPr lang="en-US"/>
        </a:p>
      </dgm:t>
    </dgm:pt>
    <dgm:pt modelId="{066FCDA9-C104-48C8-9FB0-0FD831F21693}">
      <dgm:prSet/>
      <dgm:spPr/>
      <dgm:t>
        <a:bodyPr/>
        <a:lstStyle/>
        <a:p>
          <a:r>
            <a:rPr lang="en-US"/>
            <a:t>Weather category (clear, mist, dark sky, heavy rain)</a:t>
          </a:r>
        </a:p>
      </dgm:t>
    </dgm:pt>
    <dgm:pt modelId="{F31759BA-B5B3-4901-8A52-865DFDBEB0BF}" type="parTrans" cxnId="{9B096C41-CF59-41B8-BC3A-0C54155E24CA}">
      <dgm:prSet/>
      <dgm:spPr/>
      <dgm:t>
        <a:bodyPr/>
        <a:lstStyle/>
        <a:p>
          <a:endParaRPr lang="en-US"/>
        </a:p>
      </dgm:t>
    </dgm:pt>
    <dgm:pt modelId="{8A9C0D0F-BC18-4FAC-9FBD-1D619BA53B5D}" type="sibTrans" cxnId="{9B096C41-CF59-41B8-BC3A-0C54155E24CA}">
      <dgm:prSet/>
      <dgm:spPr/>
      <dgm:t>
        <a:bodyPr/>
        <a:lstStyle/>
        <a:p>
          <a:endParaRPr lang="en-US"/>
        </a:p>
      </dgm:t>
    </dgm:pt>
    <dgm:pt modelId="{141673F0-12D8-4A57-B2A2-9EA62A572921}">
      <dgm:prSet/>
      <dgm:spPr/>
      <dgm:t>
        <a:bodyPr/>
        <a:lstStyle/>
        <a:p>
          <a:r>
            <a:rPr lang="en-US"/>
            <a:t>Daytime (morning, afternoon, evening, night)</a:t>
          </a:r>
        </a:p>
      </dgm:t>
    </dgm:pt>
    <dgm:pt modelId="{D6F92933-3233-48F7-A133-1591133A3927}" type="parTrans" cxnId="{BAC7C68D-7047-43DF-9199-4051490CEA9B}">
      <dgm:prSet/>
      <dgm:spPr/>
      <dgm:t>
        <a:bodyPr/>
        <a:lstStyle/>
        <a:p>
          <a:endParaRPr lang="en-US"/>
        </a:p>
      </dgm:t>
    </dgm:pt>
    <dgm:pt modelId="{493FD55D-1782-4FAE-BB20-3B7E53450FFB}" type="sibTrans" cxnId="{BAC7C68D-7047-43DF-9199-4051490CEA9B}">
      <dgm:prSet/>
      <dgm:spPr/>
      <dgm:t>
        <a:bodyPr/>
        <a:lstStyle/>
        <a:p>
          <a:endParaRPr lang="en-US"/>
        </a:p>
      </dgm:t>
    </dgm:pt>
    <dgm:pt modelId="{5B9BDE54-AA1B-48ED-838B-DF09FF273C49}">
      <dgm:prSet/>
      <dgm:spPr/>
      <dgm:t>
        <a:bodyPr/>
        <a:lstStyle/>
        <a:p>
          <a:r>
            <a:rPr lang="en-US"/>
            <a:t>Temperature, humidity, demand (low / medium / high)</a:t>
          </a:r>
        </a:p>
      </dgm:t>
    </dgm:pt>
    <dgm:pt modelId="{FCC0D2D6-457C-4431-B860-26D1CEF9AB99}" type="parTrans" cxnId="{0390B78E-0B50-4C73-B011-4174A00E0D4F}">
      <dgm:prSet/>
      <dgm:spPr/>
      <dgm:t>
        <a:bodyPr/>
        <a:lstStyle/>
        <a:p>
          <a:endParaRPr lang="en-US"/>
        </a:p>
      </dgm:t>
    </dgm:pt>
    <dgm:pt modelId="{B6FB0A6D-1E96-4122-98B9-AF02D5A7C581}" type="sibTrans" cxnId="{0390B78E-0B50-4C73-B011-4174A00E0D4F}">
      <dgm:prSet/>
      <dgm:spPr/>
      <dgm:t>
        <a:bodyPr/>
        <a:lstStyle/>
        <a:p>
          <a:endParaRPr lang="en-US"/>
        </a:p>
      </dgm:t>
    </dgm:pt>
    <dgm:pt modelId="{D028ED72-1F3E-4BD7-BD2C-FF6A93DA1250}">
      <dgm:prSet/>
      <dgm:spPr/>
      <dgm:t>
        <a:bodyPr/>
        <a:lstStyle/>
        <a:p>
          <a:r>
            <a:rPr lang="en-US"/>
            <a:t>Dominant user (casual / registered)</a:t>
          </a:r>
        </a:p>
      </dgm:t>
    </dgm:pt>
    <dgm:pt modelId="{686EF223-430D-4008-AB1D-52E1A86B4875}" type="parTrans" cxnId="{03C02B32-B74A-4C8B-B2B6-35B5B9A8BBC2}">
      <dgm:prSet/>
      <dgm:spPr/>
      <dgm:t>
        <a:bodyPr/>
        <a:lstStyle/>
        <a:p>
          <a:endParaRPr lang="en-US"/>
        </a:p>
      </dgm:t>
    </dgm:pt>
    <dgm:pt modelId="{94C98AD1-A0FE-4872-9DA0-93770D40CAB1}" type="sibTrans" cxnId="{03C02B32-B74A-4C8B-B2B6-35B5B9A8BBC2}">
      <dgm:prSet/>
      <dgm:spPr/>
      <dgm:t>
        <a:bodyPr/>
        <a:lstStyle/>
        <a:p>
          <a:endParaRPr lang="en-US"/>
        </a:p>
      </dgm:t>
    </dgm:pt>
    <dgm:pt modelId="{475327BA-80FC-4947-B5ED-7EF90A8DA97D}" type="pres">
      <dgm:prSet presAssocID="{4D6CC7CF-FF06-49DE-BC3B-ACD4932C32E6}" presName="linear" presStyleCnt="0">
        <dgm:presLayoutVars>
          <dgm:dir/>
          <dgm:animLvl val="lvl"/>
          <dgm:resizeHandles val="exact"/>
        </dgm:presLayoutVars>
      </dgm:prSet>
      <dgm:spPr/>
    </dgm:pt>
    <dgm:pt modelId="{6300A9B9-3A77-478F-8C9C-BE997D28F0B0}" type="pres">
      <dgm:prSet presAssocID="{FE846B6F-0E1A-4E42-AE8A-7144B3FA2835}" presName="parentLin" presStyleCnt="0"/>
      <dgm:spPr/>
    </dgm:pt>
    <dgm:pt modelId="{41BA4445-E3E6-4570-8AFD-93B4CD06612B}" type="pres">
      <dgm:prSet presAssocID="{FE846B6F-0E1A-4E42-AE8A-7144B3FA2835}" presName="parentLeftMargin" presStyleLbl="node1" presStyleIdx="0" presStyleCnt="4"/>
      <dgm:spPr/>
    </dgm:pt>
    <dgm:pt modelId="{EE96CDEE-CF55-40E8-B599-ECC9F47213B8}" type="pres">
      <dgm:prSet presAssocID="{FE846B6F-0E1A-4E42-AE8A-7144B3FA283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6ECFFF5-549F-41EA-B51D-BF49EFB5FE5B}" type="pres">
      <dgm:prSet presAssocID="{FE846B6F-0E1A-4E42-AE8A-7144B3FA2835}" presName="negativeSpace" presStyleCnt="0"/>
      <dgm:spPr/>
    </dgm:pt>
    <dgm:pt modelId="{B5B49B0C-DF1F-42AC-9196-0843470080C2}" type="pres">
      <dgm:prSet presAssocID="{FE846B6F-0E1A-4E42-AE8A-7144B3FA2835}" presName="childText" presStyleLbl="conFgAcc1" presStyleIdx="0" presStyleCnt="4">
        <dgm:presLayoutVars>
          <dgm:bulletEnabled val="1"/>
        </dgm:presLayoutVars>
      </dgm:prSet>
      <dgm:spPr/>
    </dgm:pt>
    <dgm:pt modelId="{B65DBEFE-ADF7-4011-B049-718C89721B92}" type="pres">
      <dgm:prSet presAssocID="{0909641F-5706-4159-BEF0-BE9BCED474C9}" presName="spaceBetweenRectangles" presStyleCnt="0"/>
      <dgm:spPr/>
    </dgm:pt>
    <dgm:pt modelId="{A9B14483-B68F-4E82-8A7A-26D62672C259}" type="pres">
      <dgm:prSet presAssocID="{F8A646D5-099D-49E9-B478-E04DAEF65F94}" presName="parentLin" presStyleCnt="0"/>
      <dgm:spPr/>
    </dgm:pt>
    <dgm:pt modelId="{EB71AEC4-4A4E-4967-B414-B2F68EBC7C41}" type="pres">
      <dgm:prSet presAssocID="{F8A646D5-099D-49E9-B478-E04DAEF65F94}" presName="parentLeftMargin" presStyleLbl="node1" presStyleIdx="0" presStyleCnt="4"/>
      <dgm:spPr/>
    </dgm:pt>
    <dgm:pt modelId="{9E0307BC-2ABD-4319-BF8F-5D303D5A4EE2}" type="pres">
      <dgm:prSet presAssocID="{F8A646D5-099D-49E9-B478-E04DAEF65F9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4123F2E-979E-46EF-ADB9-76341FAD2334}" type="pres">
      <dgm:prSet presAssocID="{F8A646D5-099D-49E9-B478-E04DAEF65F94}" presName="negativeSpace" presStyleCnt="0"/>
      <dgm:spPr/>
    </dgm:pt>
    <dgm:pt modelId="{3B4202D8-F4AC-4C39-BF7F-653BAEF653CC}" type="pres">
      <dgm:prSet presAssocID="{F8A646D5-099D-49E9-B478-E04DAEF65F94}" presName="childText" presStyleLbl="conFgAcc1" presStyleIdx="1" presStyleCnt="4">
        <dgm:presLayoutVars>
          <dgm:bulletEnabled val="1"/>
        </dgm:presLayoutVars>
      </dgm:prSet>
      <dgm:spPr/>
    </dgm:pt>
    <dgm:pt modelId="{D0E9BAFE-A067-490A-A255-F1185308643A}" type="pres">
      <dgm:prSet presAssocID="{23A72D7F-0BAC-49E6-A688-D06B183533F4}" presName="spaceBetweenRectangles" presStyleCnt="0"/>
      <dgm:spPr/>
    </dgm:pt>
    <dgm:pt modelId="{3E23485E-ECE2-4EB3-A364-ED6EF198C566}" type="pres">
      <dgm:prSet presAssocID="{57D28142-7C80-4AB9-8AFF-B83CFA76BE4A}" presName="parentLin" presStyleCnt="0"/>
      <dgm:spPr/>
    </dgm:pt>
    <dgm:pt modelId="{72103F51-17DF-4305-85C7-0BAD1BEEF7CF}" type="pres">
      <dgm:prSet presAssocID="{57D28142-7C80-4AB9-8AFF-B83CFA76BE4A}" presName="parentLeftMargin" presStyleLbl="node1" presStyleIdx="1" presStyleCnt="4"/>
      <dgm:spPr/>
    </dgm:pt>
    <dgm:pt modelId="{E682DC0B-46A8-44EF-AC5C-80B8D4D11D94}" type="pres">
      <dgm:prSet presAssocID="{57D28142-7C80-4AB9-8AFF-B83CFA76BE4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E5CE5C9-9E9F-44A5-825C-249DDD7CE4AE}" type="pres">
      <dgm:prSet presAssocID="{57D28142-7C80-4AB9-8AFF-B83CFA76BE4A}" presName="negativeSpace" presStyleCnt="0"/>
      <dgm:spPr/>
    </dgm:pt>
    <dgm:pt modelId="{8958F41A-B7B4-4D91-B9FD-3FFDDFBD257E}" type="pres">
      <dgm:prSet presAssocID="{57D28142-7C80-4AB9-8AFF-B83CFA76BE4A}" presName="childText" presStyleLbl="conFgAcc1" presStyleIdx="2" presStyleCnt="4">
        <dgm:presLayoutVars>
          <dgm:bulletEnabled val="1"/>
        </dgm:presLayoutVars>
      </dgm:prSet>
      <dgm:spPr/>
    </dgm:pt>
    <dgm:pt modelId="{97632FC0-30CA-4566-8F09-15EB6867305E}" type="pres">
      <dgm:prSet presAssocID="{F063B69A-8662-4336-9C6E-40F2FC5713BB}" presName="spaceBetweenRectangles" presStyleCnt="0"/>
      <dgm:spPr/>
    </dgm:pt>
    <dgm:pt modelId="{16411FB5-E9D6-44A1-AE6E-EE08C14ACC45}" type="pres">
      <dgm:prSet presAssocID="{BFF975EA-E10F-4743-9D3B-BF5B62C6607C}" presName="parentLin" presStyleCnt="0"/>
      <dgm:spPr/>
    </dgm:pt>
    <dgm:pt modelId="{FF4B3245-E07F-450A-BFF3-90B1B673C009}" type="pres">
      <dgm:prSet presAssocID="{BFF975EA-E10F-4743-9D3B-BF5B62C6607C}" presName="parentLeftMargin" presStyleLbl="node1" presStyleIdx="2" presStyleCnt="4"/>
      <dgm:spPr/>
    </dgm:pt>
    <dgm:pt modelId="{0C9EE46B-8F9D-421E-8D26-131990BC1715}" type="pres">
      <dgm:prSet presAssocID="{BFF975EA-E10F-4743-9D3B-BF5B62C6607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E7DCB35-DD1A-446F-878E-23DA82FF22D1}" type="pres">
      <dgm:prSet presAssocID="{BFF975EA-E10F-4743-9D3B-BF5B62C6607C}" presName="negativeSpace" presStyleCnt="0"/>
      <dgm:spPr/>
    </dgm:pt>
    <dgm:pt modelId="{56E27F2E-88C6-4287-B53A-257B6DBD1E78}" type="pres">
      <dgm:prSet presAssocID="{BFF975EA-E10F-4743-9D3B-BF5B62C6607C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C124305-201E-4F45-9678-078B1F49CD16}" type="presOf" srcId="{FE846B6F-0E1A-4E42-AE8A-7144B3FA2835}" destId="{EE96CDEE-CF55-40E8-B599-ECC9F47213B8}" srcOrd="1" destOrd="0" presId="urn:microsoft.com/office/officeart/2005/8/layout/list1"/>
    <dgm:cxn modelId="{99F4C311-F6C4-416C-947E-845ACA3F2161}" type="presOf" srcId="{F8A646D5-099D-49E9-B478-E04DAEF65F94}" destId="{9E0307BC-2ABD-4319-BF8F-5D303D5A4EE2}" srcOrd="1" destOrd="0" presId="urn:microsoft.com/office/officeart/2005/8/layout/list1"/>
    <dgm:cxn modelId="{87C1191A-4E28-40BE-AEF5-BA9265ABB8A7}" type="presOf" srcId="{FE846B6F-0E1A-4E42-AE8A-7144B3FA2835}" destId="{41BA4445-E3E6-4570-8AFD-93B4CD06612B}" srcOrd="0" destOrd="0" presId="urn:microsoft.com/office/officeart/2005/8/layout/list1"/>
    <dgm:cxn modelId="{CF834C1B-D823-42D3-B423-19B203CEBCE0}" type="presOf" srcId="{4D6CC7CF-FF06-49DE-BC3B-ACD4932C32E6}" destId="{475327BA-80FC-4947-B5ED-7EF90A8DA97D}" srcOrd="0" destOrd="0" presId="urn:microsoft.com/office/officeart/2005/8/layout/list1"/>
    <dgm:cxn modelId="{03C02B32-B74A-4C8B-B2B6-35B5B9A8BBC2}" srcId="{BFF975EA-E10F-4743-9D3B-BF5B62C6607C}" destId="{D028ED72-1F3E-4BD7-BD2C-FF6A93DA1250}" srcOrd="3" destOrd="0" parTransId="{686EF223-430D-4008-AB1D-52E1A86B4875}" sibTransId="{94C98AD1-A0FE-4872-9DA0-93770D40CAB1}"/>
    <dgm:cxn modelId="{8E42033A-4B1F-4D62-9461-613A3807D00A}" type="presOf" srcId="{066FCDA9-C104-48C8-9FB0-0FD831F21693}" destId="{56E27F2E-88C6-4287-B53A-257B6DBD1E78}" srcOrd="0" destOrd="0" presId="urn:microsoft.com/office/officeart/2005/8/layout/list1"/>
    <dgm:cxn modelId="{5F22C15F-0E7D-4CF0-B4BF-C55E46BC61BD}" type="presOf" srcId="{57D28142-7C80-4AB9-8AFF-B83CFA76BE4A}" destId="{E682DC0B-46A8-44EF-AC5C-80B8D4D11D94}" srcOrd="1" destOrd="0" presId="urn:microsoft.com/office/officeart/2005/8/layout/list1"/>
    <dgm:cxn modelId="{9B096C41-CF59-41B8-BC3A-0C54155E24CA}" srcId="{BFF975EA-E10F-4743-9D3B-BF5B62C6607C}" destId="{066FCDA9-C104-48C8-9FB0-0FD831F21693}" srcOrd="0" destOrd="0" parTransId="{F31759BA-B5B3-4901-8A52-865DFDBEB0BF}" sibTransId="{8A9C0D0F-BC18-4FAC-9FBD-1D619BA53B5D}"/>
    <dgm:cxn modelId="{D910FF71-22BE-4C2D-94F7-C70BACF87B38}" type="presOf" srcId="{BFF975EA-E10F-4743-9D3B-BF5B62C6607C}" destId="{0C9EE46B-8F9D-421E-8D26-131990BC1715}" srcOrd="1" destOrd="0" presId="urn:microsoft.com/office/officeart/2005/8/layout/list1"/>
    <dgm:cxn modelId="{7ED4EA81-4B15-4620-B591-AD2AA6D15FC4}" srcId="{4D6CC7CF-FF06-49DE-BC3B-ACD4932C32E6}" destId="{F8A646D5-099D-49E9-B478-E04DAEF65F94}" srcOrd="1" destOrd="0" parTransId="{30E62F2A-23C3-49E4-9870-9D03AC64B50A}" sibTransId="{23A72D7F-0BAC-49E6-A688-D06B183533F4}"/>
    <dgm:cxn modelId="{0E22188C-A400-4906-BED1-C875A3491DD6}" type="presOf" srcId="{141673F0-12D8-4A57-B2A2-9EA62A572921}" destId="{56E27F2E-88C6-4287-B53A-257B6DBD1E78}" srcOrd="0" destOrd="1" presId="urn:microsoft.com/office/officeart/2005/8/layout/list1"/>
    <dgm:cxn modelId="{BAC7C68D-7047-43DF-9199-4051490CEA9B}" srcId="{BFF975EA-E10F-4743-9D3B-BF5B62C6607C}" destId="{141673F0-12D8-4A57-B2A2-9EA62A572921}" srcOrd="1" destOrd="0" parTransId="{D6F92933-3233-48F7-A133-1591133A3927}" sibTransId="{493FD55D-1782-4FAE-BB20-3B7E53450FFB}"/>
    <dgm:cxn modelId="{0390B78E-0B50-4C73-B011-4174A00E0D4F}" srcId="{BFF975EA-E10F-4743-9D3B-BF5B62C6607C}" destId="{5B9BDE54-AA1B-48ED-838B-DF09FF273C49}" srcOrd="2" destOrd="0" parTransId="{FCC0D2D6-457C-4431-B860-26D1CEF9AB99}" sibTransId="{B6FB0A6D-1E96-4122-98B9-AF02D5A7C581}"/>
    <dgm:cxn modelId="{12E73994-3A3F-4DB9-808B-F809D11BE6FB}" srcId="{4D6CC7CF-FF06-49DE-BC3B-ACD4932C32E6}" destId="{FE846B6F-0E1A-4E42-AE8A-7144B3FA2835}" srcOrd="0" destOrd="0" parTransId="{C8123DA4-0042-44A1-AA18-F0C0D9EE21F3}" sibTransId="{0909641F-5706-4159-BEF0-BE9BCED474C9}"/>
    <dgm:cxn modelId="{5AF5209D-89A5-4BE1-8ABB-A5B9C118C856}" type="presOf" srcId="{57D28142-7C80-4AB9-8AFF-B83CFA76BE4A}" destId="{72103F51-17DF-4305-85C7-0BAD1BEEF7CF}" srcOrd="0" destOrd="0" presId="urn:microsoft.com/office/officeart/2005/8/layout/list1"/>
    <dgm:cxn modelId="{2425E7A9-515E-451A-8AF9-5C73C78EE92B}" type="presOf" srcId="{F8A646D5-099D-49E9-B478-E04DAEF65F94}" destId="{EB71AEC4-4A4E-4967-B414-B2F68EBC7C41}" srcOrd="0" destOrd="0" presId="urn:microsoft.com/office/officeart/2005/8/layout/list1"/>
    <dgm:cxn modelId="{FF30A0B1-7943-4EA6-AAC6-69E1386A35C7}" srcId="{4D6CC7CF-FF06-49DE-BC3B-ACD4932C32E6}" destId="{57D28142-7C80-4AB9-8AFF-B83CFA76BE4A}" srcOrd="2" destOrd="0" parTransId="{D232AD55-546F-4AB7-B19C-92E72FE48138}" sibTransId="{F063B69A-8662-4336-9C6E-40F2FC5713BB}"/>
    <dgm:cxn modelId="{C0F2ACB9-71B5-4D1C-8658-A5B18FEE0176}" srcId="{4D6CC7CF-FF06-49DE-BC3B-ACD4932C32E6}" destId="{BFF975EA-E10F-4743-9D3B-BF5B62C6607C}" srcOrd="3" destOrd="0" parTransId="{B75C454F-C884-4A8D-B710-BB3E3F732967}" sibTransId="{49F7028C-9CB6-48D8-98EB-363D4ABE93F5}"/>
    <dgm:cxn modelId="{44B474BD-C2FC-4EDE-8629-8B4F04F0A37F}" type="presOf" srcId="{BFF975EA-E10F-4743-9D3B-BF5B62C6607C}" destId="{FF4B3245-E07F-450A-BFF3-90B1B673C009}" srcOrd="0" destOrd="0" presId="urn:microsoft.com/office/officeart/2005/8/layout/list1"/>
    <dgm:cxn modelId="{81A630E5-8367-4279-BB7F-968E82F55319}" type="presOf" srcId="{D028ED72-1F3E-4BD7-BD2C-FF6A93DA1250}" destId="{56E27F2E-88C6-4287-B53A-257B6DBD1E78}" srcOrd="0" destOrd="3" presId="urn:microsoft.com/office/officeart/2005/8/layout/list1"/>
    <dgm:cxn modelId="{760977F6-7393-439E-BEF6-D499B628F86A}" type="presOf" srcId="{5B9BDE54-AA1B-48ED-838B-DF09FF273C49}" destId="{56E27F2E-88C6-4287-B53A-257B6DBD1E78}" srcOrd="0" destOrd="2" presId="urn:microsoft.com/office/officeart/2005/8/layout/list1"/>
    <dgm:cxn modelId="{ACA16A30-6C91-470D-8FF3-D8E4B32B40A0}" type="presParOf" srcId="{475327BA-80FC-4947-B5ED-7EF90A8DA97D}" destId="{6300A9B9-3A77-478F-8C9C-BE997D28F0B0}" srcOrd="0" destOrd="0" presId="urn:microsoft.com/office/officeart/2005/8/layout/list1"/>
    <dgm:cxn modelId="{5E95362E-F902-4C77-8642-28759E0989BC}" type="presParOf" srcId="{6300A9B9-3A77-478F-8C9C-BE997D28F0B0}" destId="{41BA4445-E3E6-4570-8AFD-93B4CD06612B}" srcOrd="0" destOrd="0" presId="urn:microsoft.com/office/officeart/2005/8/layout/list1"/>
    <dgm:cxn modelId="{8619221D-B571-4E1C-AB65-5DC3FE459787}" type="presParOf" srcId="{6300A9B9-3A77-478F-8C9C-BE997D28F0B0}" destId="{EE96CDEE-CF55-40E8-B599-ECC9F47213B8}" srcOrd="1" destOrd="0" presId="urn:microsoft.com/office/officeart/2005/8/layout/list1"/>
    <dgm:cxn modelId="{707B214D-7D2E-4CF4-96B1-128A0EDDA998}" type="presParOf" srcId="{475327BA-80FC-4947-B5ED-7EF90A8DA97D}" destId="{16ECFFF5-549F-41EA-B51D-BF49EFB5FE5B}" srcOrd="1" destOrd="0" presId="urn:microsoft.com/office/officeart/2005/8/layout/list1"/>
    <dgm:cxn modelId="{00441165-DEAD-4DCE-AD5B-B692E8A17DA2}" type="presParOf" srcId="{475327BA-80FC-4947-B5ED-7EF90A8DA97D}" destId="{B5B49B0C-DF1F-42AC-9196-0843470080C2}" srcOrd="2" destOrd="0" presId="urn:microsoft.com/office/officeart/2005/8/layout/list1"/>
    <dgm:cxn modelId="{6780F4A2-04CB-4D46-8717-9CF153F48015}" type="presParOf" srcId="{475327BA-80FC-4947-B5ED-7EF90A8DA97D}" destId="{B65DBEFE-ADF7-4011-B049-718C89721B92}" srcOrd="3" destOrd="0" presId="urn:microsoft.com/office/officeart/2005/8/layout/list1"/>
    <dgm:cxn modelId="{4350F36F-817C-41B6-B1A1-F8F5AF3E1F5C}" type="presParOf" srcId="{475327BA-80FC-4947-B5ED-7EF90A8DA97D}" destId="{A9B14483-B68F-4E82-8A7A-26D62672C259}" srcOrd="4" destOrd="0" presId="urn:microsoft.com/office/officeart/2005/8/layout/list1"/>
    <dgm:cxn modelId="{B32650CB-BB45-49D9-9AFD-81ECE0435E5D}" type="presParOf" srcId="{A9B14483-B68F-4E82-8A7A-26D62672C259}" destId="{EB71AEC4-4A4E-4967-B414-B2F68EBC7C41}" srcOrd="0" destOrd="0" presId="urn:microsoft.com/office/officeart/2005/8/layout/list1"/>
    <dgm:cxn modelId="{35F30949-9750-4E6C-89F4-D3395A604367}" type="presParOf" srcId="{A9B14483-B68F-4E82-8A7A-26D62672C259}" destId="{9E0307BC-2ABD-4319-BF8F-5D303D5A4EE2}" srcOrd="1" destOrd="0" presId="urn:microsoft.com/office/officeart/2005/8/layout/list1"/>
    <dgm:cxn modelId="{8DFC877B-091D-4B00-95FE-C9D4D7B2315D}" type="presParOf" srcId="{475327BA-80FC-4947-B5ED-7EF90A8DA97D}" destId="{44123F2E-979E-46EF-ADB9-76341FAD2334}" srcOrd="5" destOrd="0" presId="urn:microsoft.com/office/officeart/2005/8/layout/list1"/>
    <dgm:cxn modelId="{C504534F-C434-4C32-8570-8114F6698D90}" type="presParOf" srcId="{475327BA-80FC-4947-B5ED-7EF90A8DA97D}" destId="{3B4202D8-F4AC-4C39-BF7F-653BAEF653CC}" srcOrd="6" destOrd="0" presId="urn:microsoft.com/office/officeart/2005/8/layout/list1"/>
    <dgm:cxn modelId="{E318F72A-5908-47D8-9A3E-F1E4C882AB97}" type="presParOf" srcId="{475327BA-80FC-4947-B5ED-7EF90A8DA97D}" destId="{D0E9BAFE-A067-490A-A255-F1185308643A}" srcOrd="7" destOrd="0" presId="urn:microsoft.com/office/officeart/2005/8/layout/list1"/>
    <dgm:cxn modelId="{80D44FDB-9B9B-473C-8828-C726067AE064}" type="presParOf" srcId="{475327BA-80FC-4947-B5ED-7EF90A8DA97D}" destId="{3E23485E-ECE2-4EB3-A364-ED6EF198C566}" srcOrd="8" destOrd="0" presId="urn:microsoft.com/office/officeart/2005/8/layout/list1"/>
    <dgm:cxn modelId="{3237DF78-02E8-4820-94B6-752B7631C9C2}" type="presParOf" srcId="{3E23485E-ECE2-4EB3-A364-ED6EF198C566}" destId="{72103F51-17DF-4305-85C7-0BAD1BEEF7CF}" srcOrd="0" destOrd="0" presId="urn:microsoft.com/office/officeart/2005/8/layout/list1"/>
    <dgm:cxn modelId="{50B69BFA-B9DA-4670-BC93-C8CFD8FDC130}" type="presParOf" srcId="{3E23485E-ECE2-4EB3-A364-ED6EF198C566}" destId="{E682DC0B-46A8-44EF-AC5C-80B8D4D11D94}" srcOrd="1" destOrd="0" presId="urn:microsoft.com/office/officeart/2005/8/layout/list1"/>
    <dgm:cxn modelId="{CDB2541A-F485-4878-ABAE-5CBF395BC1C0}" type="presParOf" srcId="{475327BA-80FC-4947-B5ED-7EF90A8DA97D}" destId="{5E5CE5C9-9E9F-44A5-825C-249DDD7CE4AE}" srcOrd="9" destOrd="0" presId="urn:microsoft.com/office/officeart/2005/8/layout/list1"/>
    <dgm:cxn modelId="{5679CDC9-02B9-441C-B486-53C5F540C676}" type="presParOf" srcId="{475327BA-80FC-4947-B5ED-7EF90A8DA97D}" destId="{8958F41A-B7B4-4D91-B9FD-3FFDDFBD257E}" srcOrd="10" destOrd="0" presId="urn:microsoft.com/office/officeart/2005/8/layout/list1"/>
    <dgm:cxn modelId="{E3455470-E792-40D7-82A4-123329161920}" type="presParOf" srcId="{475327BA-80FC-4947-B5ED-7EF90A8DA97D}" destId="{97632FC0-30CA-4566-8F09-15EB6867305E}" srcOrd="11" destOrd="0" presId="urn:microsoft.com/office/officeart/2005/8/layout/list1"/>
    <dgm:cxn modelId="{5AE21D8A-FE75-4F25-A4C7-EEDE993D898C}" type="presParOf" srcId="{475327BA-80FC-4947-B5ED-7EF90A8DA97D}" destId="{16411FB5-E9D6-44A1-AE6E-EE08C14ACC45}" srcOrd="12" destOrd="0" presId="urn:microsoft.com/office/officeart/2005/8/layout/list1"/>
    <dgm:cxn modelId="{6EE90ECC-000D-440D-AC3A-F27A7AE62D4D}" type="presParOf" srcId="{16411FB5-E9D6-44A1-AE6E-EE08C14ACC45}" destId="{FF4B3245-E07F-450A-BFF3-90B1B673C009}" srcOrd="0" destOrd="0" presId="urn:microsoft.com/office/officeart/2005/8/layout/list1"/>
    <dgm:cxn modelId="{61096FB7-6F19-494A-8FC2-94897689732F}" type="presParOf" srcId="{16411FB5-E9D6-44A1-AE6E-EE08C14ACC45}" destId="{0C9EE46B-8F9D-421E-8D26-131990BC1715}" srcOrd="1" destOrd="0" presId="urn:microsoft.com/office/officeart/2005/8/layout/list1"/>
    <dgm:cxn modelId="{7F1E7288-E43B-4188-8421-9A957BDC21DC}" type="presParOf" srcId="{475327BA-80FC-4947-B5ED-7EF90A8DA97D}" destId="{FE7DCB35-DD1A-446F-878E-23DA82FF22D1}" srcOrd="13" destOrd="0" presId="urn:microsoft.com/office/officeart/2005/8/layout/list1"/>
    <dgm:cxn modelId="{D99964E5-E11E-4FF5-AAC0-F0E7AE9E83B0}" type="presParOf" srcId="{475327BA-80FC-4947-B5ED-7EF90A8DA97D}" destId="{56E27F2E-88C6-4287-B53A-257B6DBD1E7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DF0B5F-F934-4D7D-8DFB-67BEFD846A3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31AFC8A-3A68-4AC2-92F2-8BDFC00F2CF7}">
      <dgm:prSet/>
      <dgm:spPr/>
      <dgm:t>
        <a:bodyPr/>
        <a:lstStyle/>
        <a:p>
          <a:r>
            <a:rPr lang="en-US"/>
            <a:t>All charts created using Pivot Tables</a:t>
          </a:r>
        </a:p>
      </dgm:t>
    </dgm:pt>
    <dgm:pt modelId="{96BBB18B-F987-4E44-B512-C0903B40550F}" type="parTrans" cxnId="{55619F63-1258-49EE-A901-8E325B4F7B8A}">
      <dgm:prSet/>
      <dgm:spPr/>
      <dgm:t>
        <a:bodyPr/>
        <a:lstStyle/>
        <a:p>
          <a:endParaRPr lang="en-US"/>
        </a:p>
      </dgm:t>
    </dgm:pt>
    <dgm:pt modelId="{6B17B591-C0A6-44DF-9A75-6C04C0348D8A}" type="sibTrans" cxnId="{55619F63-1258-49EE-A901-8E325B4F7B8A}">
      <dgm:prSet/>
      <dgm:spPr/>
      <dgm:t>
        <a:bodyPr/>
        <a:lstStyle/>
        <a:p>
          <a:endParaRPr lang="en-US"/>
        </a:p>
      </dgm:t>
    </dgm:pt>
    <dgm:pt modelId="{E4A600E7-DF23-4490-9134-25098EB28CD7}">
      <dgm:prSet/>
      <dgm:spPr/>
      <dgm:t>
        <a:bodyPr/>
        <a:lstStyle/>
        <a:p>
          <a:r>
            <a:rPr lang="en-US"/>
            <a:t>Focused on clarity, patterns, and insights</a:t>
          </a:r>
        </a:p>
      </dgm:t>
    </dgm:pt>
    <dgm:pt modelId="{29593138-8844-44A9-8D3F-53DCB36FAC63}" type="parTrans" cxnId="{6B7EF8FC-AA33-44E5-8F9B-9E0C94625769}">
      <dgm:prSet/>
      <dgm:spPr/>
      <dgm:t>
        <a:bodyPr/>
        <a:lstStyle/>
        <a:p>
          <a:endParaRPr lang="en-US"/>
        </a:p>
      </dgm:t>
    </dgm:pt>
    <dgm:pt modelId="{06848167-C05B-4008-B1C1-2D8A8F860C27}" type="sibTrans" cxnId="{6B7EF8FC-AA33-44E5-8F9B-9E0C94625769}">
      <dgm:prSet/>
      <dgm:spPr/>
      <dgm:t>
        <a:bodyPr/>
        <a:lstStyle/>
        <a:p>
          <a:endParaRPr lang="en-US"/>
        </a:p>
      </dgm:t>
    </dgm:pt>
    <dgm:pt modelId="{BD81773A-55C3-42C6-B404-F90B13057EC6}">
      <dgm:prSet/>
      <dgm:spPr/>
      <dgm:t>
        <a:bodyPr/>
        <a:lstStyle/>
        <a:p>
          <a:r>
            <a:rPr lang="en-US"/>
            <a:t>Visualizations used:</a:t>
          </a:r>
        </a:p>
      </dgm:t>
    </dgm:pt>
    <dgm:pt modelId="{E40853DD-23E8-4400-A06D-BA03E9E48BDD}" type="parTrans" cxnId="{B7263BB0-5BDE-4B8F-9AE8-D1F9C8AAEA3C}">
      <dgm:prSet/>
      <dgm:spPr/>
      <dgm:t>
        <a:bodyPr/>
        <a:lstStyle/>
        <a:p>
          <a:endParaRPr lang="en-US"/>
        </a:p>
      </dgm:t>
    </dgm:pt>
    <dgm:pt modelId="{65036637-FEAA-43D7-9AA8-3A1FC77E18FE}" type="sibTrans" cxnId="{B7263BB0-5BDE-4B8F-9AE8-D1F9C8AAEA3C}">
      <dgm:prSet/>
      <dgm:spPr/>
      <dgm:t>
        <a:bodyPr/>
        <a:lstStyle/>
        <a:p>
          <a:endParaRPr lang="en-US"/>
        </a:p>
      </dgm:t>
    </dgm:pt>
    <dgm:pt modelId="{A233B3A6-E72F-441A-8F83-693798299C16}">
      <dgm:prSet/>
      <dgm:spPr/>
      <dgm:t>
        <a:bodyPr/>
        <a:lstStyle/>
        <a:p>
          <a:r>
            <a:rPr lang="en-US"/>
            <a:t>Line chart</a:t>
          </a:r>
        </a:p>
      </dgm:t>
    </dgm:pt>
    <dgm:pt modelId="{6F80D3B3-DB26-4ED5-AC59-78AACF185F78}" type="parTrans" cxnId="{F4BB6A2F-38A5-4479-B0BB-3BC1591BC8F7}">
      <dgm:prSet/>
      <dgm:spPr/>
      <dgm:t>
        <a:bodyPr/>
        <a:lstStyle/>
        <a:p>
          <a:endParaRPr lang="en-US"/>
        </a:p>
      </dgm:t>
    </dgm:pt>
    <dgm:pt modelId="{FC3A3CF5-411C-47F3-9758-2412C13C3B93}" type="sibTrans" cxnId="{F4BB6A2F-38A5-4479-B0BB-3BC1591BC8F7}">
      <dgm:prSet/>
      <dgm:spPr/>
      <dgm:t>
        <a:bodyPr/>
        <a:lstStyle/>
        <a:p>
          <a:endParaRPr lang="en-US"/>
        </a:p>
      </dgm:t>
    </dgm:pt>
    <dgm:pt modelId="{BA41F608-1FF2-4DC7-9240-D690FC084343}">
      <dgm:prSet/>
      <dgm:spPr/>
      <dgm:t>
        <a:bodyPr/>
        <a:lstStyle/>
        <a:p>
          <a:r>
            <a:rPr lang="en-US"/>
            <a:t>Bar chart</a:t>
          </a:r>
        </a:p>
      </dgm:t>
    </dgm:pt>
    <dgm:pt modelId="{47DC43E1-C5A9-40FE-AF05-70FAF3AAB93E}" type="parTrans" cxnId="{10CA31EE-6FC8-4B41-9FD0-B70342C2D9A7}">
      <dgm:prSet/>
      <dgm:spPr/>
      <dgm:t>
        <a:bodyPr/>
        <a:lstStyle/>
        <a:p>
          <a:endParaRPr lang="en-US"/>
        </a:p>
      </dgm:t>
    </dgm:pt>
    <dgm:pt modelId="{3EA45CFC-7CA0-4CAD-8CC1-17326D100371}" type="sibTrans" cxnId="{10CA31EE-6FC8-4B41-9FD0-B70342C2D9A7}">
      <dgm:prSet/>
      <dgm:spPr/>
      <dgm:t>
        <a:bodyPr/>
        <a:lstStyle/>
        <a:p>
          <a:endParaRPr lang="en-US"/>
        </a:p>
      </dgm:t>
    </dgm:pt>
    <dgm:pt modelId="{DCC590B6-71C3-4139-B9E6-0F6717964ECE}">
      <dgm:prSet/>
      <dgm:spPr/>
      <dgm:t>
        <a:bodyPr/>
        <a:lstStyle/>
        <a:p>
          <a:r>
            <a:rPr lang="en-US"/>
            <a:t>Pie chart</a:t>
          </a:r>
        </a:p>
      </dgm:t>
    </dgm:pt>
    <dgm:pt modelId="{60B3FC76-F59F-48B4-AE48-47B076950821}" type="parTrans" cxnId="{D5BB7F19-3B5A-4A68-8D34-A3F19AAB2FED}">
      <dgm:prSet/>
      <dgm:spPr/>
      <dgm:t>
        <a:bodyPr/>
        <a:lstStyle/>
        <a:p>
          <a:endParaRPr lang="en-US"/>
        </a:p>
      </dgm:t>
    </dgm:pt>
    <dgm:pt modelId="{FC2327B6-2651-41A2-A3AC-FA4DA1A0DC28}" type="sibTrans" cxnId="{D5BB7F19-3B5A-4A68-8D34-A3F19AAB2FED}">
      <dgm:prSet/>
      <dgm:spPr/>
      <dgm:t>
        <a:bodyPr/>
        <a:lstStyle/>
        <a:p>
          <a:endParaRPr lang="en-US"/>
        </a:p>
      </dgm:t>
    </dgm:pt>
    <dgm:pt modelId="{FF30FE5F-C9E4-4D6E-8953-14CDB725F7E0}">
      <dgm:prSet/>
      <dgm:spPr/>
      <dgm:t>
        <a:bodyPr/>
        <a:lstStyle/>
        <a:p>
          <a:r>
            <a:rPr lang="en-US"/>
            <a:t>Column chart</a:t>
          </a:r>
        </a:p>
      </dgm:t>
    </dgm:pt>
    <dgm:pt modelId="{61582716-B7D9-4963-9508-B872C99C0EAC}" type="parTrans" cxnId="{9F8787FB-4953-4F59-AC27-71EE5C7037AE}">
      <dgm:prSet/>
      <dgm:spPr/>
      <dgm:t>
        <a:bodyPr/>
        <a:lstStyle/>
        <a:p>
          <a:endParaRPr lang="en-US"/>
        </a:p>
      </dgm:t>
    </dgm:pt>
    <dgm:pt modelId="{2B33AB1E-30F5-4B5B-A1E3-3F552D46FE27}" type="sibTrans" cxnId="{9F8787FB-4953-4F59-AC27-71EE5C7037AE}">
      <dgm:prSet/>
      <dgm:spPr/>
      <dgm:t>
        <a:bodyPr/>
        <a:lstStyle/>
        <a:p>
          <a:endParaRPr lang="en-US"/>
        </a:p>
      </dgm:t>
    </dgm:pt>
    <dgm:pt modelId="{9355A782-22F4-47AB-B421-25519EFC6728}">
      <dgm:prSet/>
      <dgm:spPr/>
      <dgm:t>
        <a:bodyPr/>
        <a:lstStyle/>
        <a:p>
          <a:r>
            <a:rPr lang="en-US"/>
            <a:t>Weather relationship chart</a:t>
          </a:r>
        </a:p>
      </dgm:t>
    </dgm:pt>
    <dgm:pt modelId="{192A984B-4C7F-4AA0-9BDD-5E25880720BB}" type="parTrans" cxnId="{A1D99CE0-D456-455E-82EB-A891E23C2F14}">
      <dgm:prSet/>
      <dgm:spPr/>
      <dgm:t>
        <a:bodyPr/>
        <a:lstStyle/>
        <a:p>
          <a:endParaRPr lang="en-US"/>
        </a:p>
      </dgm:t>
    </dgm:pt>
    <dgm:pt modelId="{1ADFAE77-B877-4C8F-97A0-0433E3EB7F55}" type="sibTrans" cxnId="{A1D99CE0-D456-455E-82EB-A891E23C2F14}">
      <dgm:prSet/>
      <dgm:spPr/>
      <dgm:t>
        <a:bodyPr/>
        <a:lstStyle/>
        <a:p>
          <a:endParaRPr lang="en-US"/>
        </a:p>
      </dgm:t>
    </dgm:pt>
    <dgm:pt modelId="{1306FB75-36C2-4A02-BC2E-84EA3C2F2304}">
      <dgm:prSet/>
      <dgm:spPr/>
      <dgm:t>
        <a:bodyPr/>
        <a:lstStyle/>
        <a:p>
          <a:r>
            <a:rPr lang="en-US"/>
            <a:t>Interactive slicers added for dynamic filtering</a:t>
          </a:r>
        </a:p>
      </dgm:t>
    </dgm:pt>
    <dgm:pt modelId="{2C151D90-03CA-48BC-B2F5-AA031D9FAEA4}" type="parTrans" cxnId="{AAE7F38D-7EB1-4052-B0C1-A42DACB8A49F}">
      <dgm:prSet/>
      <dgm:spPr/>
      <dgm:t>
        <a:bodyPr/>
        <a:lstStyle/>
        <a:p>
          <a:endParaRPr lang="en-US"/>
        </a:p>
      </dgm:t>
    </dgm:pt>
    <dgm:pt modelId="{3418ADA1-C869-41FD-BF92-C0D7F218D06B}" type="sibTrans" cxnId="{AAE7F38D-7EB1-4052-B0C1-A42DACB8A49F}">
      <dgm:prSet/>
      <dgm:spPr/>
      <dgm:t>
        <a:bodyPr/>
        <a:lstStyle/>
        <a:p>
          <a:endParaRPr lang="en-US"/>
        </a:p>
      </dgm:t>
    </dgm:pt>
    <dgm:pt modelId="{AA5531EF-12C6-43ED-94BD-11453860DE15}" type="pres">
      <dgm:prSet presAssocID="{53DF0B5F-F934-4D7D-8DFB-67BEFD846A3E}" presName="linear" presStyleCnt="0">
        <dgm:presLayoutVars>
          <dgm:animLvl val="lvl"/>
          <dgm:resizeHandles val="exact"/>
        </dgm:presLayoutVars>
      </dgm:prSet>
      <dgm:spPr/>
    </dgm:pt>
    <dgm:pt modelId="{7046B42A-3321-474B-8C75-57D90ED51E5E}" type="pres">
      <dgm:prSet presAssocID="{031AFC8A-3A68-4AC2-92F2-8BDFC00F2CF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67BB25E-D703-4397-8946-C0BB45E3CDEF}" type="pres">
      <dgm:prSet presAssocID="{6B17B591-C0A6-44DF-9A75-6C04C0348D8A}" presName="spacer" presStyleCnt="0"/>
      <dgm:spPr/>
    </dgm:pt>
    <dgm:pt modelId="{55B229D8-392F-47E7-9474-358F483D8EAF}" type="pres">
      <dgm:prSet presAssocID="{E4A600E7-DF23-4490-9134-25098EB28CD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815CC06-0B84-4858-91E1-F2178B96CC96}" type="pres">
      <dgm:prSet presAssocID="{06848167-C05B-4008-B1C1-2D8A8F860C27}" presName="spacer" presStyleCnt="0"/>
      <dgm:spPr/>
    </dgm:pt>
    <dgm:pt modelId="{314C442B-9F76-4F01-B212-CA4977976526}" type="pres">
      <dgm:prSet presAssocID="{BD81773A-55C3-42C6-B404-F90B13057EC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F97F95D-8B07-43FF-94C4-34A55AE758DD}" type="pres">
      <dgm:prSet presAssocID="{65036637-FEAA-43D7-9AA8-3A1FC77E18FE}" presName="spacer" presStyleCnt="0"/>
      <dgm:spPr/>
    </dgm:pt>
    <dgm:pt modelId="{35ACB001-39B2-473D-A6D6-A96DCEA87776}" type="pres">
      <dgm:prSet presAssocID="{A233B3A6-E72F-441A-8F83-693798299C1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7F8E2B4-52DF-417B-BD25-5B0270A63D95}" type="pres">
      <dgm:prSet presAssocID="{A233B3A6-E72F-441A-8F83-693798299C16}" presName="childText" presStyleLbl="revTx" presStyleIdx="0" presStyleCnt="1">
        <dgm:presLayoutVars>
          <dgm:bulletEnabled val="1"/>
        </dgm:presLayoutVars>
      </dgm:prSet>
      <dgm:spPr/>
    </dgm:pt>
    <dgm:pt modelId="{F9BA741D-8342-4442-8AC7-82EBD88A385A}" type="pres">
      <dgm:prSet presAssocID="{1306FB75-36C2-4A02-BC2E-84EA3C2F230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AF1A90C-C672-49E2-BC9F-9CB148D45FAA}" type="presOf" srcId="{BD81773A-55C3-42C6-B404-F90B13057EC6}" destId="{314C442B-9F76-4F01-B212-CA4977976526}" srcOrd="0" destOrd="0" presId="urn:microsoft.com/office/officeart/2005/8/layout/vList2"/>
    <dgm:cxn modelId="{D5BB7F19-3B5A-4A68-8D34-A3F19AAB2FED}" srcId="{A233B3A6-E72F-441A-8F83-693798299C16}" destId="{DCC590B6-71C3-4139-B9E6-0F6717964ECE}" srcOrd="1" destOrd="0" parTransId="{60B3FC76-F59F-48B4-AE48-47B076950821}" sibTransId="{FC2327B6-2651-41A2-A3AC-FA4DA1A0DC28}"/>
    <dgm:cxn modelId="{F4BB6A2F-38A5-4479-B0BB-3BC1591BC8F7}" srcId="{53DF0B5F-F934-4D7D-8DFB-67BEFD846A3E}" destId="{A233B3A6-E72F-441A-8F83-693798299C16}" srcOrd="3" destOrd="0" parTransId="{6F80D3B3-DB26-4ED5-AC59-78AACF185F78}" sibTransId="{FC3A3CF5-411C-47F3-9758-2412C13C3B93}"/>
    <dgm:cxn modelId="{2022635D-334A-4DFD-A49B-97F0B732B9A4}" type="presOf" srcId="{9355A782-22F4-47AB-B421-25519EFC6728}" destId="{47F8E2B4-52DF-417B-BD25-5B0270A63D95}" srcOrd="0" destOrd="3" presId="urn:microsoft.com/office/officeart/2005/8/layout/vList2"/>
    <dgm:cxn modelId="{55619F63-1258-49EE-A901-8E325B4F7B8A}" srcId="{53DF0B5F-F934-4D7D-8DFB-67BEFD846A3E}" destId="{031AFC8A-3A68-4AC2-92F2-8BDFC00F2CF7}" srcOrd="0" destOrd="0" parTransId="{96BBB18B-F987-4E44-B512-C0903B40550F}" sibTransId="{6B17B591-C0A6-44DF-9A75-6C04C0348D8A}"/>
    <dgm:cxn modelId="{2EC2974B-33DA-468A-8759-AF0C0937DA1F}" type="presOf" srcId="{FF30FE5F-C9E4-4D6E-8953-14CDB725F7E0}" destId="{47F8E2B4-52DF-417B-BD25-5B0270A63D95}" srcOrd="0" destOrd="2" presId="urn:microsoft.com/office/officeart/2005/8/layout/vList2"/>
    <dgm:cxn modelId="{12DF4D50-934A-424A-AE30-52132C3726A5}" type="presOf" srcId="{53DF0B5F-F934-4D7D-8DFB-67BEFD846A3E}" destId="{AA5531EF-12C6-43ED-94BD-11453860DE15}" srcOrd="0" destOrd="0" presId="urn:microsoft.com/office/officeart/2005/8/layout/vList2"/>
    <dgm:cxn modelId="{6B7CDB86-1C52-4041-AB49-4B63BEB264A2}" type="presOf" srcId="{E4A600E7-DF23-4490-9134-25098EB28CD7}" destId="{55B229D8-392F-47E7-9474-358F483D8EAF}" srcOrd="0" destOrd="0" presId="urn:microsoft.com/office/officeart/2005/8/layout/vList2"/>
    <dgm:cxn modelId="{AAE7F38D-7EB1-4052-B0C1-A42DACB8A49F}" srcId="{53DF0B5F-F934-4D7D-8DFB-67BEFD846A3E}" destId="{1306FB75-36C2-4A02-BC2E-84EA3C2F2304}" srcOrd="4" destOrd="0" parTransId="{2C151D90-03CA-48BC-B2F5-AA031D9FAEA4}" sibTransId="{3418ADA1-C869-41FD-BF92-C0D7F218D06B}"/>
    <dgm:cxn modelId="{B7263BB0-5BDE-4B8F-9AE8-D1F9C8AAEA3C}" srcId="{53DF0B5F-F934-4D7D-8DFB-67BEFD846A3E}" destId="{BD81773A-55C3-42C6-B404-F90B13057EC6}" srcOrd="2" destOrd="0" parTransId="{E40853DD-23E8-4400-A06D-BA03E9E48BDD}" sibTransId="{65036637-FEAA-43D7-9AA8-3A1FC77E18FE}"/>
    <dgm:cxn modelId="{4E9581BB-AF33-469B-A3E1-37813529F457}" type="presOf" srcId="{031AFC8A-3A68-4AC2-92F2-8BDFC00F2CF7}" destId="{7046B42A-3321-474B-8C75-57D90ED51E5E}" srcOrd="0" destOrd="0" presId="urn:microsoft.com/office/officeart/2005/8/layout/vList2"/>
    <dgm:cxn modelId="{CB621EDC-DAFD-4CD5-B943-599EDA98D0F0}" type="presOf" srcId="{DCC590B6-71C3-4139-B9E6-0F6717964ECE}" destId="{47F8E2B4-52DF-417B-BD25-5B0270A63D95}" srcOrd="0" destOrd="1" presId="urn:microsoft.com/office/officeart/2005/8/layout/vList2"/>
    <dgm:cxn modelId="{A1D99CE0-D456-455E-82EB-A891E23C2F14}" srcId="{A233B3A6-E72F-441A-8F83-693798299C16}" destId="{9355A782-22F4-47AB-B421-25519EFC6728}" srcOrd="3" destOrd="0" parTransId="{192A984B-4C7F-4AA0-9BDD-5E25880720BB}" sibTransId="{1ADFAE77-B877-4C8F-97A0-0433E3EB7F55}"/>
    <dgm:cxn modelId="{AD99C8E6-B94A-458C-A2EF-C3606C52F7A8}" type="presOf" srcId="{1306FB75-36C2-4A02-BC2E-84EA3C2F2304}" destId="{F9BA741D-8342-4442-8AC7-82EBD88A385A}" srcOrd="0" destOrd="0" presId="urn:microsoft.com/office/officeart/2005/8/layout/vList2"/>
    <dgm:cxn modelId="{E331A2E9-1FC7-4EDB-ADEB-7C2EA30AF1E8}" type="presOf" srcId="{BA41F608-1FF2-4DC7-9240-D690FC084343}" destId="{47F8E2B4-52DF-417B-BD25-5B0270A63D95}" srcOrd="0" destOrd="0" presId="urn:microsoft.com/office/officeart/2005/8/layout/vList2"/>
    <dgm:cxn modelId="{D1026CEC-4B31-487D-A5AF-E975660F8698}" type="presOf" srcId="{A233B3A6-E72F-441A-8F83-693798299C16}" destId="{35ACB001-39B2-473D-A6D6-A96DCEA87776}" srcOrd="0" destOrd="0" presId="urn:microsoft.com/office/officeart/2005/8/layout/vList2"/>
    <dgm:cxn modelId="{10CA31EE-6FC8-4B41-9FD0-B70342C2D9A7}" srcId="{A233B3A6-E72F-441A-8F83-693798299C16}" destId="{BA41F608-1FF2-4DC7-9240-D690FC084343}" srcOrd="0" destOrd="0" parTransId="{47DC43E1-C5A9-40FE-AF05-70FAF3AAB93E}" sibTransId="{3EA45CFC-7CA0-4CAD-8CC1-17326D100371}"/>
    <dgm:cxn modelId="{9F8787FB-4953-4F59-AC27-71EE5C7037AE}" srcId="{A233B3A6-E72F-441A-8F83-693798299C16}" destId="{FF30FE5F-C9E4-4D6E-8953-14CDB725F7E0}" srcOrd="2" destOrd="0" parTransId="{61582716-B7D9-4963-9508-B872C99C0EAC}" sibTransId="{2B33AB1E-30F5-4B5B-A1E3-3F552D46FE27}"/>
    <dgm:cxn modelId="{6B7EF8FC-AA33-44E5-8F9B-9E0C94625769}" srcId="{53DF0B5F-F934-4D7D-8DFB-67BEFD846A3E}" destId="{E4A600E7-DF23-4490-9134-25098EB28CD7}" srcOrd="1" destOrd="0" parTransId="{29593138-8844-44A9-8D3F-53DCB36FAC63}" sibTransId="{06848167-C05B-4008-B1C1-2D8A8F860C27}"/>
    <dgm:cxn modelId="{A92E86E7-4576-4238-87CC-F058C2733B89}" type="presParOf" srcId="{AA5531EF-12C6-43ED-94BD-11453860DE15}" destId="{7046B42A-3321-474B-8C75-57D90ED51E5E}" srcOrd="0" destOrd="0" presId="urn:microsoft.com/office/officeart/2005/8/layout/vList2"/>
    <dgm:cxn modelId="{BDBB812E-B0CB-4FFB-B65C-D3F8178A0F79}" type="presParOf" srcId="{AA5531EF-12C6-43ED-94BD-11453860DE15}" destId="{067BB25E-D703-4397-8946-C0BB45E3CDEF}" srcOrd="1" destOrd="0" presId="urn:microsoft.com/office/officeart/2005/8/layout/vList2"/>
    <dgm:cxn modelId="{542D6111-2316-4BB6-A586-3F828FB10F06}" type="presParOf" srcId="{AA5531EF-12C6-43ED-94BD-11453860DE15}" destId="{55B229D8-392F-47E7-9474-358F483D8EAF}" srcOrd="2" destOrd="0" presId="urn:microsoft.com/office/officeart/2005/8/layout/vList2"/>
    <dgm:cxn modelId="{0D5ABFFA-963D-48D8-914D-AF0304566422}" type="presParOf" srcId="{AA5531EF-12C6-43ED-94BD-11453860DE15}" destId="{7815CC06-0B84-4858-91E1-F2178B96CC96}" srcOrd="3" destOrd="0" presId="urn:microsoft.com/office/officeart/2005/8/layout/vList2"/>
    <dgm:cxn modelId="{09728680-30A4-4086-956A-D4B5C52C938A}" type="presParOf" srcId="{AA5531EF-12C6-43ED-94BD-11453860DE15}" destId="{314C442B-9F76-4F01-B212-CA4977976526}" srcOrd="4" destOrd="0" presId="urn:microsoft.com/office/officeart/2005/8/layout/vList2"/>
    <dgm:cxn modelId="{2AE7B02B-F029-4D67-8B0E-93B0480B8633}" type="presParOf" srcId="{AA5531EF-12C6-43ED-94BD-11453860DE15}" destId="{7F97F95D-8B07-43FF-94C4-34A55AE758DD}" srcOrd="5" destOrd="0" presId="urn:microsoft.com/office/officeart/2005/8/layout/vList2"/>
    <dgm:cxn modelId="{2257091D-859E-4829-BFB6-5440405A4B96}" type="presParOf" srcId="{AA5531EF-12C6-43ED-94BD-11453860DE15}" destId="{35ACB001-39B2-473D-A6D6-A96DCEA87776}" srcOrd="6" destOrd="0" presId="urn:microsoft.com/office/officeart/2005/8/layout/vList2"/>
    <dgm:cxn modelId="{D4B0D222-14E3-4E4A-87DA-E0A20083E758}" type="presParOf" srcId="{AA5531EF-12C6-43ED-94BD-11453860DE15}" destId="{47F8E2B4-52DF-417B-BD25-5B0270A63D95}" srcOrd="7" destOrd="0" presId="urn:microsoft.com/office/officeart/2005/8/layout/vList2"/>
    <dgm:cxn modelId="{0158197F-B705-4BC3-B905-5100EC2C0862}" type="presParOf" srcId="{AA5531EF-12C6-43ED-94BD-11453860DE15}" destId="{F9BA741D-8342-4442-8AC7-82EBD88A385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1C4C17C-20C2-4CA0-8574-A94DDA89856C}" type="doc">
      <dgm:prSet loTypeId="urn:microsoft.com/office/officeart/2005/8/layout/cycle8" loCatId="cycle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66A62AE-A5F8-4312-9AB2-9D987BB93221}">
      <dgm:prSet/>
      <dgm:spPr/>
      <dgm:t>
        <a:bodyPr/>
        <a:lstStyle/>
        <a:p>
          <a:r>
            <a:rPr lang="en-US"/>
            <a:t>Bike rentals peak during weekday commute hours</a:t>
          </a:r>
        </a:p>
      </dgm:t>
    </dgm:pt>
    <dgm:pt modelId="{3137442F-9E45-405E-8FC6-16D6F55E68FC}" type="parTrans" cxnId="{14C46332-4387-4944-BFF7-C538C63D2E1D}">
      <dgm:prSet/>
      <dgm:spPr/>
      <dgm:t>
        <a:bodyPr/>
        <a:lstStyle/>
        <a:p>
          <a:endParaRPr lang="en-US"/>
        </a:p>
      </dgm:t>
    </dgm:pt>
    <dgm:pt modelId="{E15D5B96-CA3F-485C-AF18-901377B1E499}" type="sibTrans" cxnId="{14C46332-4387-4944-BFF7-C538C63D2E1D}">
      <dgm:prSet/>
      <dgm:spPr/>
      <dgm:t>
        <a:bodyPr/>
        <a:lstStyle/>
        <a:p>
          <a:endParaRPr lang="en-US"/>
        </a:p>
      </dgm:t>
    </dgm:pt>
    <dgm:pt modelId="{1F11825E-683B-49D1-A52A-5143E1A5AE62}">
      <dgm:prSet/>
      <dgm:spPr/>
      <dgm:t>
        <a:bodyPr/>
        <a:lstStyle/>
        <a:p>
          <a:r>
            <a:rPr lang="en-US"/>
            <a:t>Weather conditions strongly affect rental demand</a:t>
          </a:r>
        </a:p>
      </dgm:t>
    </dgm:pt>
    <dgm:pt modelId="{C16855E6-A7B0-4715-B188-9D00B5CDFE90}" type="parTrans" cxnId="{BA26D76F-4F39-41C8-B948-244A766401C4}">
      <dgm:prSet/>
      <dgm:spPr/>
      <dgm:t>
        <a:bodyPr/>
        <a:lstStyle/>
        <a:p>
          <a:endParaRPr lang="en-US"/>
        </a:p>
      </dgm:t>
    </dgm:pt>
    <dgm:pt modelId="{F7AF52C1-4E6C-47F4-A0D5-3E105C12A6A5}" type="sibTrans" cxnId="{BA26D76F-4F39-41C8-B948-244A766401C4}">
      <dgm:prSet/>
      <dgm:spPr/>
      <dgm:t>
        <a:bodyPr/>
        <a:lstStyle/>
        <a:p>
          <a:endParaRPr lang="en-US"/>
        </a:p>
      </dgm:t>
    </dgm:pt>
    <dgm:pt modelId="{50B4C151-7372-4F4C-AE93-3AEE24527E1A}">
      <dgm:prSet/>
      <dgm:spPr/>
      <dgm:t>
        <a:bodyPr/>
        <a:lstStyle/>
        <a:p>
          <a:r>
            <a:rPr lang="en-US"/>
            <a:t>Registered users are the primary contributors</a:t>
          </a:r>
        </a:p>
      </dgm:t>
    </dgm:pt>
    <dgm:pt modelId="{4D344031-312B-4D33-B50B-B5B80F10EB75}" type="parTrans" cxnId="{F3E490AD-5996-4E4E-9E4D-45268CF89E22}">
      <dgm:prSet/>
      <dgm:spPr/>
      <dgm:t>
        <a:bodyPr/>
        <a:lstStyle/>
        <a:p>
          <a:endParaRPr lang="en-US"/>
        </a:p>
      </dgm:t>
    </dgm:pt>
    <dgm:pt modelId="{0A76F583-4BBE-4D33-BE8F-85061C7F917E}" type="sibTrans" cxnId="{F3E490AD-5996-4E4E-9E4D-45268CF89E22}">
      <dgm:prSet/>
      <dgm:spPr/>
      <dgm:t>
        <a:bodyPr/>
        <a:lstStyle/>
        <a:p>
          <a:endParaRPr lang="en-US"/>
        </a:p>
      </dgm:t>
    </dgm:pt>
    <dgm:pt modelId="{B230FC10-7EE7-4F7E-93A4-5710988CA8A4}">
      <dgm:prSet/>
      <dgm:spPr/>
      <dgm:t>
        <a:bodyPr/>
        <a:lstStyle/>
        <a:p>
          <a:r>
            <a:rPr lang="en-US"/>
            <a:t>Optimal demand occurs at favorable weather combinations</a:t>
          </a:r>
        </a:p>
      </dgm:t>
    </dgm:pt>
    <dgm:pt modelId="{FC73A3BC-7D31-42F5-922E-031DA3BFD825}" type="parTrans" cxnId="{931D9EBD-1F86-494F-B537-A16E04819126}">
      <dgm:prSet/>
      <dgm:spPr/>
      <dgm:t>
        <a:bodyPr/>
        <a:lstStyle/>
        <a:p>
          <a:endParaRPr lang="en-US"/>
        </a:p>
      </dgm:t>
    </dgm:pt>
    <dgm:pt modelId="{3714B865-8D72-4316-8E12-6CB7DFA13DE5}" type="sibTrans" cxnId="{931D9EBD-1F86-494F-B537-A16E04819126}">
      <dgm:prSet/>
      <dgm:spPr/>
      <dgm:t>
        <a:bodyPr/>
        <a:lstStyle/>
        <a:p>
          <a:endParaRPr lang="en-US"/>
        </a:p>
      </dgm:t>
    </dgm:pt>
    <dgm:pt modelId="{C6AC7E9C-AAB3-4F13-A85D-10DBED7EDF0B}">
      <dgm:prSet/>
      <dgm:spPr/>
      <dgm:t>
        <a:bodyPr/>
        <a:lstStyle/>
        <a:p>
          <a:r>
            <a:rPr lang="en-US"/>
            <a:t>Interactive dashboards enable fast, data-driven decisions</a:t>
          </a:r>
        </a:p>
      </dgm:t>
    </dgm:pt>
    <dgm:pt modelId="{F78330CC-9330-4256-AE9E-165CB353FA46}" type="parTrans" cxnId="{DA0F4BFB-8F6A-490B-AA30-799E927D5F36}">
      <dgm:prSet/>
      <dgm:spPr/>
      <dgm:t>
        <a:bodyPr/>
        <a:lstStyle/>
        <a:p>
          <a:endParaRPr lang="en-US"/>
        </a:p>
      </dgm:t>
    </dgm:pt>
    <dgm:pt modelId="{BBD83E68-9E4F-4D92-903B-32ACED6A90C8}" type="sibTrans" cxnId="{DA0F4BFB-8F6A-490B-AA30-799E927D5F36}">
      <dgm:prSet/>
      <dgm:spPr/>
      <dgm:t>
        <a:bodyPr/>
        <a:lstStyle/>
        <a:p>
          <a:endParaRPr lang="en-US"/>
        </a:p>
      </dgm:t>
    </dgm:pt>
    <dgm:pt modelId="{4B2CA3CC-8D6A-43C5-9823-5A1814EBC619}" type="pres">
      <dgm:prSet presAssocID="{B1C4C17C-20C2-4CA0-8574-A94DDA89856C}" presName="compositeShape" presStyleCnt="0">
        <dgm:presLayoutVars>
          <dgm:chMax val="7"/>
          <dgm:dir/>
          <dgm:resizeHandles val="exact"/>
        </dgm:presLayoutVars>
      </dgm:prSet>
      <dgm:spPr/>
    </dgm:pt>
    <dgm:pt modelId="{0552BA4C-8DF3-4F70-9AA0-9A6FF1576E00}" type="pres">
      <dgm:prSet presAssocID="{B1C4C17C-20C2-4CA0-8574-A94DDA89856C}" presName="wedge1" presStyleLbl="node1" presStyleIdx="0" presStyleCnt="5"/>
      <dgm:spPr/>
    </dgm:pt>
    <dgm:pt modelId="{41944469-BF38-49CB-BB42-0F335D7A3677}" type="pres">
      <dgm:prSet presAssocID="{B1C4C17C-20C2-4CA0-8574-A94DDA89856C}" presName="dummy1a" presStyleCnt="0"/>
      <dgm:spPr/>
    </dgm:pt>
    <dgm:pt modelId="{07A4EE66-52FF-4A0B-867C-4E1AC9BAF0DA}" type="pres">
      <dgm:prSet presAssocID="{B1C4C17C-20C2-4CA0-8574-A94DDA89856C}" presName="dummy1b" presStyleCnt="0"/>
      <dgm:spPr/>
    </dgm:pt>
    <dgm:pt modelId="{843DF576-5A1B-43DB-AEFC-A79C4C0FE591}" type="pres">
      <dgm:prSet presAssocID="{B1C4C17C-20C2-4CA0-8574-A94DDA89856C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F28DD0D7-F387-4C71-87E4-BB2CCDB29468}" type="pres">
      <dgm:prSet presAssocID="{B1C4C17C-20C2-4CA0-8574-A94DDA89856C}" presName="wedge2" presStyleLbl="node1" presStyleIdx="1" presStyleCnt="5"/>
      <dgm:spPr/>
    </dgm:pt>
    <dgm:pt modelId="{1E4F2B22-008B-4DDB-B813-F91561BB2807}" type="pres">
      <dgm:prSet presAssocID="{B1C4C17C-20C2-4CA0-8574-A94DDA89856C}" presName="dummy2a" presStyleCnt="0"/>
      <dgm:spPr/>
    </dgm:pt>
    <dgm:pt modelId="{223B4D82-690A-4F9C-9B5A-504E8286E706}" type="pres">
      <dgm:prSet presAssocID="{B1C4C17C-20C2-4CA0-8574-A94DDA89856C}" presName="dummy2b" presStyleCnt="0"/>
      <dgm:spPr/>
    </dgm:pt>
    <dgm:pt modelId="{D44EA76B-5799-4BCF-9CAA-6E02D8F871F8}" type="pres">
      <dgm:prSet presAssocID="{B1C4C17C-20C2-4CA0-8574-A94DDA89856C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4CD7464B-D324-44B7-AE42-7A7907D0005E}" type="pres">
      <dgm:prSet presAssocID="{B1C4C17C-20C2-4CA0-8574-A94DDA89856C}" presName="wedge3" presStyleLbl="node1" presStyleIdx="2" presStyleCnt="5"/>
      <dgm:spPr/>
    </dgm:pt>
    <dgm:pt modelId="{9EC92F15-2604-4489-AD37-DBB4657E1189}" type="pres">
      <dgm:prSet presAssocID="{B1C4C17C-20C2-4CA0-8574-A94DDA89856C}" presName="dummy3a" presStyleCnt="0"/>
      <dgm:spPr/>
    </dgm:pt>
    <dgm:pt modelId="{5E71B7F5-0B8E-4F00-9A5C-5669C77ADBA0}" type="pres">
      <dgm:prSet presAssocID="{B1C4C17C-20C2-4CA0-8574-A94DDA89856C}" presName="dummy3b" presStyleCnt="0"/>
      <dgm:spPr/>
    </dgm:pt>
    <dgm:pt modelId="{B6400D23-A5C2-46D8-ADD9-EEFA10D178C3}" type="pres">
      <dgm:prSet presAssocID="{B1C4C17C-20C2-4CA0-8574-A94DDA89856C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C2F72A78-62A9-4B02-B4AE-47D05587E883}" type="pres">
      <dgm:prSet presAssocID="{B1C4C17C-20C2-4CA0-8574-A94DDA89856C}" presName="wedge4" presStyleLbl="node1" presStyleIdx="3" presStyleCnt="5"/>
      <dgm:spPr/>
    </dgm:pt>
    <dgm:pt modelId="{EC7FA410-F03F-49FF-B406-1C7B0C3D3F82}" type="pres">
      <dgm:prSet presAssocID="{B1C4C17C-20C2-4CA0-8574-A94DDA89856C}" presName="dummy4a" presStyleCnt="0"/>
      <dgm:spPr/>
    </dgm:pt>
    <dgm:pt modelId="{6AAEDF90-4BD8-420E-8245-2481B7A61235}" type="pres">
      <dgm:prSet presAssocID="{B1C4C17C-20C2-4CA0-8574-A94DDA89856C}" presName="dummy4b" presStyleCnt="0"/>
      <dgm:spPr/>
    </dgm:pt>
    <dgm:pt modelId="{7A16C018-A5DD-4A63-8CE4-8D9323D31544}" type="pres">
      <dgm:prSet presAssocID="{B1C4C17C-20C2-4CA0-8574-A94DDA89856C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6F0AA7EB-C558-426F-816B-63422DFA70E7}" type="pres">
      <dgm:prSet presAssocID="{B1C4C17C-20C2-4CA0-8574-A94DDA89856C}" presName="wedge5" presStyleLbl="node1" presStyleIdx="4" presStyleCnt="5"/>
      <dgm:spPr/>
    </dgm:pt>
    <dgm:pt modelId="{C4DC4592-E8A6-40F0-A118-D2F5AE236DAF}" type="pres">
      <dgm:prSet presAssocID="{B1C4C17C-20C2-4CA0-8574-A94DDA89856C}" presName="dummy5a" presStyleCnt="0"/>
      <dgm:spPr/>
    </dgm:pt>
    <dgm:pt modelId="{B5FB52F0-54D3-4021-AAF0-2FA8C4710ABB}" type="pres">
      <dgm:prSet presAssocID="{B1C4C17C-20C2-4CA0-8574-A94DDA89856C}" presName="dummy5b" presStyleCnt="0"/>
      <dgm:spPr/>
    </dgm:pt>
    <dgm:pt modelId="{998DA64F-8A11-48F6-9492-C8DC34732DB2}" type="pres">
      <dgm:prSet presAssocID="{B1C4C17C-20C2-4CA0-8574-A94DDA89856C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CDBDC3EC-8727-4C75-8322-6165E433941E}" type="pres">
      <dgm:prSet presAssocID="{E15D5B96-CA3F-485C-AF18-901377B1E499}" presName="arrowWedge1" presStyleLbl="fgSibTrans2D1" presStyleIdx="0" presStyleCnt="5"/>
      <dgm:spPr/>
    </dgm:pt>
    <dgm:pt modelId="{8A0143EB-62E3-404A-AFCF-E572349C000F}" type="pres">
      <dgm:prSet presAssocID="{F7AF52C1-4E6C-47F4-A0D5-3E105C12A6A5}" presName="arrowWedge2" presStyleLbl="fgSibTrans2D1" presStyleIdx="1" presStyleCnt="5"/>
      <dgm:spPr/>
    </dgm:pt>
    <dgm:pt modelId="{AAF79995-4DE1-42A4-8B57-EE9ACA061FC5}" type="pres">
      <dgm:prSet presAssocID="{0A76F583-4BBE-4D33-BE8F-85061C7F917E}" presName="arrowWedge3" presStyleLbl="fgSibTrans2D1" presStyleIdx="2" presStyleCnt="5"/>
      <dgm:spPr/>
    </dgm:pt>
    <dgm:pt modelId="{48BB57F9-25E1-4187-ADE2-24DBB2E9CDBC}" type="pres">
      <dgm:prSet presAssocID="{3714B865-8D72-4316-8E12-6CB7DFA13DE5}" presName="arrowWedge4" presStyleLbl="fgSibTrans2D1" presStyleIdx="3" presStyleCnt="5"/>
      <dgm:spPr/>
    </dgm:pt>
    <dgm:pt modelId="{0143BCE0-F995-4544-900C-F19A9EA1A96F}" type="pres">
      <dgm:prSet presAssocID="{BBD83E68-9E4F-4D92-903B-32ACED6A90C8}" presName="arrowWedge5" presStyleLbl="fgSibTrans2D1" presStyleIdx="4" presStyleCnt="5"/>
      <dgm:spPr/>
    </dgm:pt>
  </dgm:ptLst>
  <dgm:cxnLst>
    <dgm:cxn modelId="{14C46332-4387-4944-BFF7-C538C63D2E1D}" srcId="{B1C4C17C-20C2-4CA0-8574-A94DDA89856C}" destId="{B66A62AE-A5F8-4312-9AB2-9D987BB93221}" srcOrd="0" destOrd="0" parTransId="{3137442F-9E45-405E-8FC6-16D6F55E68FC}" sibTransId="{E15D5B96-CA3F-485C-AF18-901377B1E499}"/>
    <dgm:cxn modelId="{58685B35-AE24-4723-A7CE-8465B8B87754}" type="presOf" srcId="{1F11825E-683B-49D1-A52A-5143E1A5AE62}" destId="{F28DD0D7-F387-4C71-87E4-BB2CCDB29468}" srcOrd="0" destOrd="0" presId="urn:microsoft.com/office/officeart/2005/8/layout/cycle8"/>
    <dgm:cxn modelId="{68F48D3D-4DCB-44EE-B495-8A58A4B89679}" type="presOf" srcId="{C6AC7E9C-AAB3-4F13-A85D-10DBED7EDF0B}" destId="{6F0AA7EB-C558-426F-816B-63422DFA70E7}" srcOrd="0" destOrd="0" presId="urn:microsoft.com/office/officeart/2005/8/layout/cycle8"/>
    <dgm:cxn modelId="{B8788840-270A-496A-99F6-C684CFDF1122}" type="presOf" srcId="{B66A62AE-A5F8-4312-9AB2-9D987BB93221}" destId="{0552BA4C-8DF3-4F70-9AA0-9A6FF1576E00}" srcOrd="0" destOrd="0" presId="urn:microsoft.com/office/officeart/2005/8/layout/cycle8"/>
    <dgm:cxn modelId="{D4F11067-A0D6-489B-AEF4-441D7665876F}" type="presOf" srcId="{B230FC10-7EE7-4F7E-93A4-5710988CA8A4}" destId="{C2F72A78-62A9-4B02-B4AE-47D05587E883}" srcOrd="0" destOrd="0" presId="urn:microsoft.com/office/officeart/2005/8/layout/cycle8"/>
    <dgm:cxn modelId="{AD2FF36A-6DB1-4C17-B205-86C05FD4766A}" type="presOf" srcId="{B1C4C17C-20C2-4CA0-8574-A94DDA89856C}" destId="{4B2CA3CC-8D6A-43C5-9823-5A1814EBC619}" srcOrd="0" destOrd="0" presId="urn:microsoft.com/office/officeart/2005/8/layout/cycle8"/>
    <dgm:cxn modelId="{BA26D76F-4F39-41C8-B948-244A766401C4}" srcId="{B1C4C17C-20C2-4CA0-8574-A94DDA89856C}" destId="{1F11825E-683B-49D1-A52A-5143E1A5AE62}" srcOrd="1" destOrd="0" parTransId="{C16855E6-A7B0-4715-B188-9D00B5CDFE90}" sibTransId="{F7AF52C1-4E6C-47F4-A0D5-3E105C12A6A5}"/>
    <dgm:cxn modelId="{8D5FFD54-F88D-46E8-9206-2DE208D95047}" type="presOf" srcId="{50B4C151-7372-4F4C-AE93-3AEE24527E1A}" destId="{4CD7464B-D324-44B7-AE42-7A7907D0005E}" srcOrd="0" destOrd="0" presId="urn:microsoft.com/office/officeart/2005/8/layout/cycle8"/>
    <dgm:cxn modelId="{B9AD9887-68F7-4B8F-A279-893B3A4CEEE9}" type="presOf" srcId="{B66A62AE-A5F8-4312-9AB2-9D987BB93221}" destId="{843DF576-5A1B-43DB-AEFC-A79C4C0FE591}" srcOrd="1" destOrd="0" presId="urn:microsoft.com/office/officeart/2005/8/layout/cycle8"/>
    <dgm:cxn modelId="{F3E490AD-5996-4E4E-9E4D-45268CF89E22}" srcId="{B1C4C17C-20C2-4CA0-8574-A94DDA89856C}" destId="{50B4C151-7372-4F4C-AE93-3AEE24527E1A}" srcOrd="2" destOrd="0" parTransId="{4D344031-312B-4D33-B50B-B5B80F10EB75}" sibTransId="{0A76F583-4BBE-4D33-BE8F-85061C7F917E}"/>
    <dgm:cxn modelId="{24C5CABA-7A84-4C68-969D-F734EE996F5A}" type="presOf" srcId="{50B4C151-7372-4F4C-AE93-3AEE24527E1A}" destId="{B6400D23-A5C2-46D8-ADD9-EEFA10D178C3}" srcOrd="1" destOrd="0" presId="urn:microsoft.com/office/officeart/2005/8/layout/cycle8"/>
    <dgm:cxn modelId="{D2D380BB-FFCC-40FA-BB37-5C1DB1F22419}" type="presOf" srcId="{1F11825E-683B-49D1-A52A-5143E1A5AE62}" destId="{D44EA76B-5799-4BCF-9CAA-6E02D8F871F8}" srcOrd="1" destOrd="0" presId="urn:microsoft.com/office/officeart/2005/8/layout/cycle8"/>
    <dgm:cxn modelId="{931D9EBD-1F86-494F-B537-A16E04819126}" srcId="{B1C4C17C-20C2-4CA0-8574-A94DDA89856C}" destId="{B230FC10-7EE7-4F7E-93A4-5710988CA8A4}" srcOrd="3" destOrd="0" parTransId="{FC73A3BC-7D31-42F5-922E-031DA3BFD825}" sibTransId="{3714B865-8D72-4316-8E12-6CB7DFA13DE5}"/>
    <dgm:cxn modelId="{2C3D22CB-A896-4DBD-B7A7-D5C7307878F9}" type="presOf" srcId="{C6AC7E9C-AAB3-4F13-A85D-10DBED7EDF0B}" destId="{998DA64F-8A11-48F6-9492-C8DC34732DB2}" srcOrd="1" destOrd="0" presId="urn:microsoft.com/office/officeart/2005/8/layout/cycle8"/>
    <dgm:cxn modelId="{46C11EE0-4CFF-4C76-85A3-B7A0A42CBB25}" type="presOf" srcId="{B230FC10-7EE7-4F7E-93A4-5710988CA8A4}" destId="{7A16C018-A5DD-4A63-8CE4-8D9323D31544}" srcOrd="1" destOrd="0" presId="urn:microsoft.com/office/officeart/2005/8/layout/cycle8"/>
    <dgm:cxn modelId="{DA0F4BFB-8F6A-490B-AA30-799E927D5F36}" srcId="{B1C4C17C-20C2-4CA0-8574-A94DDA89856C}" destId="{C6AC7E9C-AAB3-4F13-A85D-10DBED7EDF0B}" srcOrd="4" destOrd="0" parTransId="{F78330CC-9330-4256-AE9E-165CB353FA46}" sibTransId="{BBD83E68-9E4F-4D92-903B-32ACED6A90C8}"/>
    <dgm:cxn modelId="{45870E57-5F7B-4414-9FA4-F4CA437DF957}" type="presParOf" srcId="{4B2CA3CC-8D6A-43C5-9823-5A1814EBC619}" destId="{0552BA4C-8DF3-4F70-9AA0-9A6FF1576E00}" srcOrd="0" destOrd="0" presId="urn:microsoft.com/office/officeart/2005/8/layout/cycle8"/>
    <dgm:cxn modelId="{2133B211-1F22-4FAD-AE43-6B4A9A838701}" type="presParOf" srcId="{4B2CA3CC-8D6A-43C5-9823-5A1814EBC619}" destId="{41944469-BF38-49CB-BB42-0F335D7A3677}" srcOrd="1" destOrd="0" presId="urn:microsoft.com/office/officeart/2005/8/layout/cycle8"/>
    <dgm:cxn modelId="{06C48095-8D0D-41D1-BC9C-AD362FEB4E06}" type="presParOf" srcId="{4B2CA3CC-8D6A-43C5-9823-5A1814EBC619}" destId="{07A4EE66-52FF-4A0B-867C-4E1AC9BAF0DA}" srcOrd="2" destOrd="0" presId="urn:microsoft.com/office/officeart/2005/8/layout/cycle8"/>
    <dgm:cxn modelId="{B0DDB8FA-8C14-43FB-ABE0-2E97A50E2290}" type="presParOf" srcId="{4B2CA3CC-8D6A-43C5-9823-5A1814EBC619}" destId="{843DF576-5A1B-43DB-AEFC-A79C4C0FE591}" srcOrd="3" destOrd="0" presId="urn:microsoft.com/office/officeart/2005/8/layout/cycle8"/>
    <dgm:cxn modelId="{934814BB-D04E-4FDA-9D97-96768F5F3782}" type="presParOf" srcId="{4B2CA3CC-8D6A-43C5-9823-5A1814EBC619}" destId="{F28DD0D7-F387-4C71-87E4-BB2CCDB29468}" srcOrd="4" destOrd="0" presId="urn:microsoft.com/office/officeart/2005/8/layout/cycle8"/>
    <dgm:cxn modelId="{59247761-9D3A-43D7-9ED5-12FF840CB817}" type="presParOf" srcId="{4B2CA3CC-8D6A-43C5-9823-5A1814EBC619}" destId="{1E4F2B22-008B-4DDB-B813-F91561BB2807}" srcOrd="5" destOrd="0" presId="urn:microsoft.com/office/officeart/2005/8/layout/cycle8"/>
    <dgm:cxn modelId="{268D7002-FC74-4665-A42E-553A883823D9}" type="presParOf" srcId="{4B2CA3CC-8D6A-43C5-9823-5A1814EBC619}" destId="{223B4D82-690A-4F9C-9B5A-504E8286E706}" srcOrd="6" destOrd="0" presId="urn:microsoft.com/office/officeart/2005/8/layout/cycle8"/>
    <dgm:cxn modelId="{94674382-F8BC-4227-98BE-C163A819049B}" type="presParOf" srcId="{4B2CA3CC-8D6A-43C5-9823-5A1814EBC619}" destId="{D44EA76B-5799-4BCF-9CAA-6E02D8F871F8}" srcOrd="7" destOrd="0" presId="urn:microsoft.com/office/officeart/2005/8/layout/cycle8"/>
    <dgm:cxn modelId="{111CE035-6D77-482B-8FFF-BA247A6C2106}" type="presParOf" srcId="{4B2CA3CC-8D6A-43C5-9823-5A1814EBC619}" destId="{4CD7464B-D324-44B7-AE42-7A7907D0005E}" srcOrd="8" destOrd="0" presId="urn:microsoft.com/office/officeart/2005/8/layout/cycle8"/>
    <dgm:cxn modelId="{632ED3CB-6E0C-46EB-A69C-302D7B819B84}" type="presParOf" srcId="{4B2CA3CC-8D6A-43C5-9823-5A1814EBC619}" destId="{9EC92F15-2604-4489-AD37-DBB4657E1189}" srcOrd="9" destOrd="0" presId="urn:microsoft.com/office/officeart/2005/8/layout/cycle8"/>
    <dgm:cxn modelId="{9F98AA6C-6F33-408D-9B07-93F570707D41}" type="presParOf" srcId="{4B2CA3CC-8D6A-43C5-9823-5A1814EBC619}" destId="{5E71B7F5-0B8E-4F00-9A5C-5669C77ADBA0}" srcOrd="10" destOrd="0" presId="urn:microsoft.com/office/officeart/2005/8/layout/cycle8"/>
    <dgm:cxn modelId="{EDC9740D-3877-48B3-8C23-DD1BF9CE1CE5}" type="presParOf" srcId="{4B2CA3CC-8D6A-43C5-9823-5A1814EBC619}" destId="{B6400D23-A5C2-46D8-ADD9-EEFA10D178C3}" srcOrd="11" destOrd="0" presId="urn:microsoft.com/office/officeart/2005/8/layout/cycle8"/>
    <dgm:cxn modelId="{F7AAE592-B39B-4E0D-9C5F-9B5DE26D18F5}" type="presParOf" srcId="{4B2CA3CC-8D6A-43C5-9823-5A1814EBC619}" destId="{C2F72A78-62A9-4B02-B4AE-47D05587E883}" srcOrd="12" destOrd="0" presId="urn:microsoft.com/office/officeart/2005/8/layout/cycle8"/>
    <dgm:cxn modelId="{68937E3E-2B84-4F53-B84D-01BF8263ADDB}" type="presParOf" srcId="{4B2CA3CC-8D6A-43C5-9823-5A1814EBC619}" destId="{EC7FA410-F03F-49FF-B406-1C7B0C3D3F82}" srcOrd="13" destOrd="0" presId="urn:microsoft.com/office/officeart/2005/8/layout/cycle8"/>
    <dgm:cxn modelId="{2D5740C5-980D-4CA9-959A-604E1A02BA2B}" type="presParOf" srcId="{4B2CA3CC-8D6A-43C5-9823-5A1814EBC619}" destId="{6AAEDF90-4BD8-420E-8245-2481B7A61235}" srcOrd="14" destOrd="0" presId="urn:microsoft.com/office/officeart/2005/8/layout/cycle8"/>
    <dgm:cxn modelId="{17B21607-E3AF-4782-B372-CCE76553161A}" type="presParOf" srcId="{4B2CA3CC-8D6A-43C5-9823-5A1814EBC619}" destId="{7A16C018-A5DD-4A63-8CE4-8D9323D31544}" srcOrd="15" destOrd="0" presId="urn:microsoft.com/office/officeart/2005/8/layout/cycle8"/>
    <dgm:cxn modelId="{9EC5F61D-8E2E-464F-BE01-13212FC78898}" type="presParOf" srcId="{4B2CA3CC-8D6A-43C5-9823-5A1814EBC619}" destId="{6F0AA7EB-C558-426F-816B-63422DFA70E7}" srcOrd="16" destOrd="0" presId="urn:microsoft.com/office/officeart/2005/8/layout/cycle8"/>
    <dgm:cxn modelId="{8511C221-8F1D-4543-9273-6D3C7A6F186A}" type="presParOf" srcId="{4B2CA3CC-8D6A-43C5-9823-5A1814EBC619}" destId="{C4DC4592-E8A6-40F0-A118-D2F5AE236DAF}" srcOrd="17" destOrd="0" presId="urn:microsoft.com/office/officeart/2005/8/layout/cycle8"/>
    <dgm:cxn modelId="{A204B2B9-26C8-43C6-9B9A-B41C8436AC65}" type="presParOf" srcId="{4B2CA3CC-8D6A-43C5-9823-5A1814EBC619}" destId="{B5FB52F0-54D3-4021-AAF0-2FA8C4710ABB}" srcOrd="18" destOrd="0" presId="urn:microsoft.com/office/officeart/2005/8/layout/cycle8"/>
    <dgm:cxn modelId="{670F7160-47AD-4BA7-A7B9-1B40C7182875}" type="presParOf" srcId="{4B2CA3CC-8D6A-43C5-9823-5A1814EBC619}" destId="{998DA64F-8A11-48F6-9492-C8DC34732DB2}" srcOrd="19" destOrd="0" presId="urn:microsoft.com/office/officeart/2005/8/layout/cycle8"/>
    <dgm:cxn modelId="{3DD38477-7401-424F-9631-4F22B1572DBF}" type="presParOf" srcId="{4B2CA3CC-8D6A-43C5-9823-5A1814EBC619}" destId="{CDBDC3EC-8727-4C75-8322-6165E433941E}" srcOrd="20" destOrd="0" presId="urn:microsoft.com/office/officeart/2005/8/layout/cycle8"/>
    <dgm:cxn modelId="{80B6B0FA-353C-4909-B9EC-7623848BDA3D}" type="presParOf" srcId="{4B2CA3CC-8D6A-43C5-9823-5A1814EBC619}" destId="{8A0143EB-62E3-404A-AFCF-E572349C000F}" srcOrd="21" destOrd="0" presId="urn:microsoft.com/office/officeart/2005/8/layout/cycle8"/>
    <dgm:cxn modelId="{81775761-5A66-4BDD-94D4-C3F72E862A0C}" type="presParOf" srcId="{4B2CA3CC-8D6A-43C5-9823-5A1814EBC619}" destId="{AAF79995-4DE1-42A4-8B57-EE9ACA061FC5}" srcOrd="22" destOrd="0" presId="urn:microsoft.com/office/officeart/2005/8/layout/cycle8"/>
    <dgm:cxn modelId="{358D171E-5698-4290-B570-05E059487DC5}" type="presParOf" srcId="{4B2CA3CC-8D6A-43C5-9823-5A1814EBC619}" destId="{48BB57F9-25E1-4187-ADE2-24DBB2E9CDBC}" srcOrd="23" destOrd="0" presId="urn:microsoft.com/office/officeart/2005/8/layout/cycle8"/>
    <dgm:cxn modelId="{106C0BBF-5032-454B-812E-8A9CD42690AB}" type="presParOf" srcId="{4B2CA3CC-8D6A-43C5-9823-5A1814EBC619}" destId="{0143BCE0-F995-4544-900C-F19A9EA1A96F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E5E0CB2-B77F-4FCC-A3F7-B595CE823D2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499317-A0BF-4DBA-9432-E977332A80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Excel pivot tables and charts were used to analyze bike-sharing demand</a:t>
          </a:r>
        </a:p>
      </dgm:t>
    </dgm:pt>
    <dgm:pt modelId="{488A826C-50A4-4487-8012-43D3862F9C0B}" type="parTrans" cxnId="{15E9EA2C-0D1C-4E18-A0FF-BA10789446C7}">
      <dgm:prSet/>
      <dgm:spPr/>
      <dgm:t>
        <a:bodyPr/>
        <a:lstStyle/>
        <a:p>
          <a:endParaRPr lang="en-US"/>
        </a:p>
      </dgm:t>
    </dgm:pt>
    <dgm:pt modelId="{84F88EA4-3658-4C21-906C-05E031881259}" type="sibTrans" cxnId="{15E9EA2C-0D1C-4E18-A0FF-BA10789446C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97BC8A8-A2CF-4885-A547-50E14F1345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Visual dashboards improved interpretability of data</a:t>
          </a:r>
        </a:p>
      </dgm:t>
    </dgm:pt>
    <dgm:pt modelId="{79B0CFF8-6DAE-4A00-AD0B-5914D0A91E8C}" type="parTrans" cxnId="{5B2D0BB8-2E3B-4D06-89AE-E207C5170BE5}">
      <dgm:prSet/>
      <dgm:spPr/>
      <dgm:t>
        <a:bodyPr/>
        <a:lstStyle/>
        <a:p>
          <a:endParaRPr lang="en-US"/>
        </a:p>
      </dgm:t>
    </dgm:pt>
    <dgm:pt modelId="{F5D215B0-9BC6-49F6-9260-DBEC3AE8ABA7}" type="sibTrans" cxnId="{5B2D0BB8-2E3B-4D06-89AE-E207C5170BE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4F88E1C-444D-40F5-99CA-6FBF07CA64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analysis supports informed operational and business planning</a:t>
          </a:r>
        </a:p>
      </dgm:t>
    </dgm:pt>
    <dgm:pt modelId="{2B0A24E2-09EA-4BF0-ADA3-D6366F5959DA}" type="parTrans" cxnId="{55D628E0-12E0-4499-966A-D0D68963360E}">
      <dgm:prSet/>
      <dgm:spPr/>
      <dgm:t>
        <a:bodyPr/>
        <a:lstStyle/>
        <a:p>
          <a:endParaRPr lang="en-US"/>
        </a:p>
      </dgm:t>
    </dgm:pt>
    <dgm:pt modelId="{A4F3BBA1-59FC-479D-B5B3-92A61FCC6C8D}" type="sibTrans" cxnId="{55D628E0-12E0-4499-966A-D0D68963360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00AFA40-4533-460D-8EE1-A4D08FD5A2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Project demonstrates effective use of Excel for business intelligence</a:t>
          </a:r>
        </a:p>
      </dgm:t>
    </dgm:pt>
    <dgm:pt modelId="{EF8D75F8-A22B-4C14-B6A9-D08264BDED76}" type="parTrans" cxnId="{24FBB641-D9A0-45CD-9F02-96B21E29669E}">
      <dgm:prSet/>
      <dgm:spPr/>
      <dgm:t>
        <a:bodyPr/>
        <a:lstStyle/>
        <a:p>
          <a:endParaRPr lang="en-US"/>
        </a:p>
      </dgm:t>
    </dgm:pt>
    <dgm:pt modelId="{6F1CE0C5-BF5D-4EA6-AC10-3A490E1A2903}" type="sibTrans" cxnId="{24FBB641-D9A0-45CD-9F02-96B21E29669E}">
      <dgm:prSet/>
      <dgm:spPr/>
      <dgm:t>
        <a:bodyPr/>
        <a:lstStyle/>
        <a:p>
          <a:endParaRPr lang="en-US"/>
        </a:p>
      </dgm:t>
    </dgm:pt>
    <dgm:pt modelId="{0CD771CC-7717-491C-AD0D-6B30C55E1703}" type="pres">
      <dgm:prSet presAssocID="{6E5E0CB2-B77F-4FCC-A3F7-B595CE823D29}" presName="root" presStyleCnt="0">
        <dgm:presLayoutVars>
          <dgm:dir/>
          <dgm:resizeHandles val="exact"/>
        </dgm:presLayoutVars>
      </dgm:prSet>
      <dgm:spPr/>
    </dgm:pt>
    <dgm:pt modelId="{57A9AD01-9675-455D-8DCC-43E6CF71EA5D}" type="pres">
      <dgm:prSet presAssocID="{6E5E0CB2-B77F-4FCC-A3F7-B595CE823D29}" presName="container" presStyleCnt="0">
        <dgm:presLayoutVars>
          <dgm:dir/>
          <dgm:resizeHandles val="exact"/>
        </dgm:presLayoutVars>
      </dgm:prSet>
      <dgm:spPr/>
    </dgm:pt>
    <dgm:pt modelId="{5F7CEF5F-EB77-46AC-83CF-8482B3CE851C}" type="pres">
      <dgm:prSet presAssocID="{D3499317-A0BF-4DBA-9432-E977332A8091}" presName="compNode" presStyleCnt="0"/>
      <dgm:spPr/>
    </dgm:pt>
    <dgm:pt modelId="{B0E39DE9-FF98-4E42-9F6C-9A9F468C268F}" type="pres">
      <dgm:prSet presAssocID="{D3499317-A0BF-4DBA-9432-E977332A8091}" presName="iconBgRect" presStyleLbl="bgShp" presStyleIdx="0" presStyleCnt="4"/>
      <dgm:spPr/>
    </dgm:pt>
    <dgm:pt modelId="{BDD86E86-CA78-47B0-A375-B3AF6D1E6494}" type="pres">
      <dgm:prSet presAssocID="{D3499317-A0BF-4DBA-9432-E977332A80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ke"/>
        </a:ext>
      </dgm:extLst>
    </dgm:pt>
    <dgm:pt modelId="{2CA6F262-673D-40B1-8A81-22D40F18ECE3}" type="pres">
      <dgm:prSet presAssocID="{D3499317-A0BF-4DBA-9432-E977332A8091}" presName="spaceRect" presStyleCnt="0"/>
      <dgm:spPr/>
    </dgm:pt>
    <dgm:pt modelId="{AC1F00B4-58B3-46F1-9EE8-AA508C48693A}" type="pres">
      <dgm:prSet presAssocID="{D3499317-A0BF-4DBA-9432-E977332A8091}" presName="textRect" presStyleLbl="revTx" presStyleIdx="0" presStyleCnt="4">
        <dgm:presLayoutVars>
          <dgm:chMax val="1"/>
          <dgm:chPref val="1"/>
        </dgm:presLayoutVars>
      </dgm:prSet>
      <dgm:spPr/>
    </dgm:pt>
    <dgm:pt modelId="{E92A93E9-0293-4386-9D9C-8EECF276F226}" type="pres">
      <dgm:prSet presAssocID="{84F88EA4-3658-4C21-906C-05E031881259}" presName="sibTrans" presStyleLbl="sibTrans2D1" presStyleIdx="0" presStyleCnt="0"/>
      <dgm:spPr/>
    </dgm:pt>
    <dgm:pt modelId="{24718878-2460-4CF4-AE92-5AD765B6E74E}" type="pres">
      <dgm:prSet presAssocID="{497BC8A8-A2CF-4885-A547-50E14F1345F2}" presName="compNode" presStyleCnt="0"/>
      <dgm:spPr/>
    </dgm:pt>
    <dgm:pt modelId="{D79F14E3-916D-48EB-802B-C47C40DD905F}" type="pres">
      <dgm:prSet presAssocID="{497BC8A8-A2CF-4885-A547-50E14F1345F2}" presName="iconBgRect" presStyleLbl="bgShp" presStyleIdx="1" presStyleCnt="4"/>
      <dgm:spPr/>
    </dgm:pt>
    <dgm:pt modelId="{0413E1A9-AADD-4F73-92B7-6CF08C24944A}" type="pres">
      <dgm:prSet presAssocID="{497BC8A8-A2CF-4885-A547-50E14F1345F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9463671-734D-44FB-B971-A78FEDCD9F31}" type="pres">
      <dgm:prSet presAssocID="{497BC8A8-A2CF-4885-A547-50E14F1345F2}" presName="spaceRect" presStyleCnt="0"/>
      <dgm:spPr/>
    </dgm:pt>
    <dgm:pt modelId="{81B93932-723E-4A11-A6D8-10022E9A98A3}" type="pres">
      <dgm:prSet presAssocID="{497BC8A8-A2CF-4885-A547-50E14F1345F2}" presName="textRect" presStyleLbl="revTx" presStyleIdx="1" presStyleCnt="4">
        <dgm:presLayoutVars>
          <dgm:chMax val="1"/>
          <dgm:chPref val="1"/>
        </dgm:presLayoutVars>
      </dgm:prSet>
      <dgm:spPr/>
    </dgm:pt>
    <dgm:pt modelId="{24120AD3-1A2B-4B12-8CFC-8A339DBC0706}" type="pres">
      <dgm:prSet presAssocID="{F5D215B0-9BC6-49F6-9260-DBEC3AE8ABA7}" presName="sibTrans" presStyleLbl="sibTrans2D1" presStyleIdx="0" presStyleCnt="0"/>
      <dgm:spPr/>
    </dgm:pt>
    <dgm:pt modelId="{13CB4F59-EBC1-4ACE-BF56-0FAEA726E8E5}" type="pres">
      <dgm:prSet presAssocID="{04F88E1C-444D-40F5-99CA-6FBF07CA647D}" presName="compNode" presStyleCnt="0"/>
      <dgm:spPr/>
    </dgm:pt>
    <dgm:pt modelId="{AB92450D-4309-4144-A50C-6F4E74F486AA}" type="pres">
      <dgm:prSet presAssocID="{04F88E1C-444D-40F5-99CA-6FBF07CA647D}" presName="iconBgRect" presStyleLbl="bgShp" presStyleIdx="2" presStyleCnt="4"/>
      <dgm:spPr/>
    </dgm:pt>
    <dgm:pt modelId="{CB0B2631-5609-44DF-A91F-629161BF07CE}" type="pres">
      <dgm:prSet presAssocID="{04F88E1C-444D-40F5-99CA-6FBF07CA647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6A8DF878-6137-4208-B4F3-0AFAE8B54132}" type="pres">
      <dgm:prSet presAssocID="{04F88E1C-444D-40F5-99CA-6FBF07CA647D}" presName="spaceRect" presStyleCnt="0"/>
      <dgm:spPr/>
    </dgm:pt>
    <dgm:pt modelId="{DCA4C694-130A-4D5A-AD25-78BD720CB7DE}" type="pres">
      <dgm:prSet presAssocID="{04F88E1C-444D-40F5-99CA-6FBF07CA647D}" presName="textRect" presStyleLbl="revTx" presStyleIdx="2" presStyleCnt="4">
        <dgm:presLayoutVars>
          <dgm:chMax val="1"/>
          <dgm:chPref val="1"/>
        </dgm:presLayoutVars>
      </dgm:prSet>
      <dgm:spPr/>
    </dgm:pt>
    <dgm:pt modelId="{47B1E5E6-FCF2-4352-9CC6-C90AA5A9EEDF}" type="pres">
      <dgm:prSet presAssocID="{A4F3BBA1-59FC-479D-B5B3-92A61FCC6C8D}" presName="sibTrans" presStyleLbl="sibTrans2D1" presStyleIdx="0" presStyleCnt="0"/>
      <dgm:spPr/>
    </dgm:pt>
    <dgm:pt modelId="{75738D5C-1F50-40D6-88F7-5B39D3FC5B9E}" type="pres">
      <dgm:prSet presAssocID="{900AFA40-4533-460D-8EE1-A4D08FD5A2A2}" presName="compNode" presStyleCnt="0"/>
      <dgm:spPr/>
    </dgm:pt>
    <dgm:pt modelId="{8BF7C714-3D37-4365-B1B5-33328C2A4B98}" type="pres">
      <dgm:prSet presAssocID="{900AFA40-4533-460D-8EE1-A4D08FD5A2A2}" presName="iconBgRect" presStyleLbl="bgShp" presStyleIdx="3" presStyleCnt="4"/>
      <dgm:spPr/>
    </dgm:pt>
    <dgm:pt modelId="{7FEC2AC4-F91F-4A10-8B95-5AE4B46960C8}" type="pres">
      <dgm:prSet presAssocID="{900AFA40-4533-460D-8EE1-A4D08FD5A2A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E0C26D5-CABD-4EE9-8248-B4531C6B28CC}" type="pres">
      <dgm:prSet presAssocID="{900AFA40-4533-460D-8EE1-A4D08FD5A2A2}" presName="spaceRect" presStyleCnt="0"/>
      <dgm:spPr/>
    </dgm:pt>
    <dgm:pt modelId="{4198E393-30B4-4690-9A41-B394457A0FBE}" type="pres">
      <dgm:prSet presAssocID="{900AFA40-4533-460D-8EE1-A4D08FD5A2A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8D99110-157F-4CD9-96FB-D718CA25780B}" type="presOf" srcId="{F5D215B0-9BC6-49F6-9260-DBEC3AE8ABA7}" destId="{24120AD3-1A2B-4B12-8CFC-8A339DBC0706}" srcOrd="0" destOrd="0" presId="urn:microsoft.com/office/officeart/2018/2/layout/IconCircleList"/>
    <dgm:cxn modelId="{15E9EA2C-0D1C-4E18-A0FF-BA10789446C7}" srcId="{6E5E0CB2-B77F-4FCC-A3F7-B595CE823D29}" destId="{D3499317-A0BF-4DBA-9432-E977332A8091}" srcOrd="0" destOrd="0" parTransId="{488A826C-50A4-4487-8012-43D3862F9C0B}" sibTransId="{84F88EA4-3658-4C21-906C-05E031881259}"/>
    <dgm:cxn modelId="{24FBB641-D9A0-45CD-9F02-96B21E29669E}" srcId="{6E5E0CB2-B77F-4FCC-A3F7-B595CE823D29}" destId="{900AFA40-4533-460D-8EE1-A4D08FD5A2A2}" srcOrd="3" destOrd="0" parTransId="{EF8D75F8-A22B-4C14-B6A9-D08264BDED76}" sibTransId="{6F1CE0C5-BF5D-4EA6-AC10-3A490E1A2903}"/>
    <dgm:cxn modelId="{DDEAB37A-BC8D-4238-AD30-1CB96B05A015}" type="presOf" srcId="{6E5E0CB2-B77F-4FCC-A3F7-B595CE823D29}" destId="{0CD771CC-7717-491C-AD0D-6B30C55E1703}" srcOrd="0" destOrd="0" presId="urn:microsoft.com/office/officeart/2018/2/layout/IconCircleList"/>
    <dgm:cxn modelId="{3EBB4486-403B-4242-ABC0-188A3E6CAECE}" type="presOf" srcId="{84F88EA4-3658-4C21-906C-05E031881259}" destId="{E92A93E9-0293-4386-9D9C-8EECF276F226}" srcOrd="0" destOrd="0" presId="urn:microsoft.com/office/officeart/2018/2/layout/IconCircleList"/>
    <dgm:cxn modelId="{26EB5E90-4975-442C-B5D4-243A77978D7F}" type="presOf" srcId="{497BC8A8-A2CF-4885-A547-50E14F1345F2}" destId="{81B93932-723E-4A11-A6D8-10022E9A98A3}" srcOrd="0" destOrd="0" presId="urn:microsoft.com/office/officeart/2018/2/layout/IconCircleList"/>
    <dgm:cxn modelId="{5B2D0BB8-2E3B-4D06-89AE-E207C5170BE5}" srcId="{6E5E0CB2-B77F-4FCC-A3F7-B595CE823D29}" destId="{497BC8A8-A2CF-4885-A547-50E14F1345F2}" srcOrd="1" destOrd="0" parTransId="{79B0CFF8-6DAE-4A00-AD0B-5914D0A91E8C}" sibTransId="{F5D215B0-9BC6-49F6-9260-DBEC3AE8ABA7}"/>
    <dgm:cxn modelId="{24FE85CF-02BD-47F0-B2F4-4CBCE505EFBE}" type="presOf" srcId="{D3499317-A0BF-4DBA-9432-E977332A8091}" destId="{AC1F00B4-58B3-46F1-9EE8-AA508C48693A}" srcOrd="0" destOrd="0" presId="urn:microsoft.com/office/officeart/2018/2/layout/IconCircleList"/>
    <dgm:cxn modelId="{F5959DD4-6B75-48CC-A705-FC5AD3058C4D}" type="presOf" srcId="{A4F3BBA1-59FC-479D-B5B3-92A61FCC6C8D}" destId="{47B1E5E6-FCF2-4352-9CC6-C90AA5A9EEDF}" srcOrd="0" destOrd="0" presId="urn:microsoft.com/office/officeart/2018/2/layout/IconCircleList"/>
    <dgm:cxn modelId="{55D628E0-12E0-4499-966A-D0D68963360E}" srcId="{6E5E0CB2-B77F-4FCC-A3F7-B595CE823D29}" destId="{04F88E1C-444D-40F5-99CA-6FBF07CA647D}" srcOrd="2" destOrd="0" parTransId="{2B0A24E2-09EA-4BF0-ADA3-D6366F5959DA}" sibTransId="{A4F3BBA1-59FC-479D-B5B3-92A61FCC6C8D}"/>
    <dgm:cxn modelId="{8F5AC4E5-6E57-4407-9D98-20448993FBCD}" type="presOf" srcId="{900AFA40-4533-460D-8EE1-A4D08FD5A2A2}" destId="{4198E393-30B4-4690-9A41-B394457A0FBE}" srcOrd="0" destOrd="0" presId="urn:microsoft.com/office/officeart/2018/2/layout/IconCircleList"/>
    <dgm:cxn modelId="{EB84FAFB-F8C1-4DBC-B256-E870186666AB}" type="presOf" srcId="{04F88E1C-444D-40F5-99CA-6FBF07CA647D}" destId="{DCA4C694-130A-4D5A-AD25-78BD720CB7DE}" srcOrd="0" destOrd="0" presId="urn:microsoft.com/office/officeart/2018/2/layout/IconCircleList"/>
    <dgm:cxn modelId="{79ABEAA9-8098-4F22-ACBE-08F5608A3311}" type="presParOf" srcId="{0CD771CC-7717-491C-AD0D-6B30C55E1703}" destId="{57A9AD01-9675-455D-8DCC-43E6CF71EA5D}" srcOrd="0" destOrd="0" presId="urn:microsoft.com/office/officeart/2018/2/layout/IconCircleList"/>
    <dgm:cxn modelId="{28E2A3EA-7440-46FD-B873-462145CFD83E}" type="presParOf" srcId="{57A9AD01-9675-455D-8DCC-43E6CF71EA5D}" destId="{5F7CEF5F-EB77-46AC-83CF-8482B3CE851C}" srcOrd="0" destOrd="0" presId="urn:microsoft.com/office/officeart/2018/2/layout/IconCircleList"/>
    <dgm:cxn modelId="{F8AE77BD-AFDE-4A90-81F1-E97FC2FAEB0B}" type="presParOf" srcId="{5F7CEF5F-EB77-46AC-83CF-8482B3CE851C}" destId="{B0E39DE9-FF98-4E42-9F6C-9A9F468C268F}" srcOrd="0" destOrd="0" presId="urn:microsoft.com/office/officeart/2018/2/layout/IconCircleList"/>
    <dgm:cxn modelId="{6A6C648C-593E-408A-BF26-C01C498836CD}" type="presParOf" srcId="{5F7CEF5F-EB77-46AC-83CF-8482B3CE851C}" destId="{BDD86E86-CA78-47B0-A375-B3AF6D1E6494}" srcOrd="1" destOrd="0" presId="urn:microsoft.com/office/officeart/2018/2/layout/IconCircleList"/>
    <dgm:cxn modelId="{E79B555F-46EA-4B4B-8C7E-6F168961EFA2}" type="presParOf" srcId="{5F7CEF5F-EB77-46AC-83CF-8482B3CE851C}" destId="{2CA6F262-673D-40B1-8A81-22D40F18ECE3}" srcOrd="2" destOrd="0" presId="urn:microsoft.com/office/officeart/2018/2/layout/IconCircleList"/>
    <dgm:cxn modelId="{0E100BB1-D60D-4FC8-B2F6-BB71606F78D8}" type="presParOf" srcId="{5F7CEF5F-EB77-46AC-83CF-8482B3CE851C}" destId="{AC1F00B4-58B3-46F1-9EE8-AA508C48693A}" srcOrd="3" destOrd="0" presId="urn:microsoft.com/office/officeart/2018/2/layout/IconCircleList"/>
    <dgm:cxn modelId="{DD57A15D-EA47-4F8F-8483-3D8C13E5CCEA}" type="presParOf" srcId="{57A9AD01-9675-455D-8DCC-43E6CF71EA5D}" destId="{E92A93E9-0293-4386-9D9C-8EECF276F226}" srcOrd="1" destOrd="0" presId="urn:microsoft.com/office/officeart/2018/2/layout/IconCircleList"/>
    <dgm:cxn modelId="{252C6DAB-EB56-4C69-8354-9B56658343D9}" type="presParOf" srcId="{57A9AD01-9675-455D-8DCC-43E6CF71EA5D}" destId="{24718878-2460-4CF4-AE92-5AD765B6E74E}" srcOrd="2" destOrd="0" presId="urn:microsoft.com/office/officeart/2018/2/layout/IconCircleList"/>
    <dgm:cxn modelId="{FDEE0656-1A25-4604-9EC0-8480F545E387}" type="presParOf" srcId="{24718878-2460-4CF4-AE92-5AD765B6E74E}" destId="{D79F14E3-916D-48EB-802B-C47C40DD905F}" srcOrd="0" destOrd="0" presId="urn:microsoft.com/office/officeart/2018/2/layout/IconCircleList"/>
    <dgm:cxn modelId="{A58906A7-78C9-4B53-9F30-6F88C0A55092}" type="presParOf" srcId="{24718878-2460-4CF4-AE92-5AD765B6E74E}" destId="{0413E1A9-AADD-4F73-92B7-6CF08C24944A}" srcOrd="1" destOrd="0" presId="urn:microsoft.com/office/officeart/2018/2/layout/IconCircleList"/>
    <dgm:cxn modelId="{02F4423B-5CE7-4836-B913-D05F8C64ECE3}" type="presParOf" srcId="{24718878-2460-4CF4-AE92-5AD765B6E74E}" destId="{89463671-734D-44FB-B971-A78FEDCD9F31}" srcOrd="2" destOrd="0" presId="urn:microsoft.com/office/officeart/2018/2/layout/IconCircleList"/>
    <dgm:cxn modelId="{8FFBD099-36D3-43F2-AA42-1B648BAA3B22}" type="presParOf" srcId="{24718878-2460-4CF4-AE92-5AD765B6E74E}" destId="{81B93932-723E-4A11-A6D8-10022E9A98A3}" srcOrd="3" destOrd="0" presId="urn:microsoft.com/office/officeart/2018/2/layout/IconCircleList"/>
    <dgm:cxn modelId="{54C8FC80-F471-40AA-80D7-6493D966F244}" type="presParOf" srcId="{57A9AD01-9675-455D-8DCC-43E6CF71EA5D}" destId="{24120AD3-1A2B-4B12-8CFC-8A339DBC0706}" srcOrd="3" destOrd="0" presId="urn:microsoft.com/office/officeart/2018/2/layout/IconCircleList"/>
    <dgm:cxn modelId="{6036523B-7559-4E7D-9017-19665E31D203}" type="presParOf" srcId="{57A9AD01-9675-455D-8DCC-43E6CF71EA5D}" destId="{13CB4F59-EBC1-4ACE-BF56-0FAEA726E8E5}" srcOrd="4" destOrd="0" presId="urn:microsoft.com/office/officeart/2018/2/layout/IconCircleList"/>
    <dgm:cxn modelId="{13724A6F-F20F-4A53-8105-FED36A44A98D}" type="presParOf" srcId="{13CB4F59-EBC1-4ACE-BF56-0FAEA726E8E5}" destId="{AB92450D-4309-4144-A50C-6F4E74F486AA}" srcOrd="0" destOrd="0" presId="urn:microsoft.com/office/officeart/2018/2/layout/IconCircleList"/>
    <dgm:cxn modelId="{38E80FC8-1240-49CD-B343-A2E78E66F94D}" type="presParOf" srcId="{13CB4F59-EBC1-4ACE-BF56-0FAEA726E8E5}" destId="{CB0B2631-5609-44DF-A91F-629161BF07CE}" srcOrd="1" destOrd="0" presId="urn:microsoft.com/office/officeart/2018/2/layout/IconCircleList"/>
    <dgm:cxn modelId="{964EB176-A137-44B6-9F2C-84D038097B0A}" type="presParOf" srcId="{13CB4F59-EBC1-4ACE-BF56-0FAEA726E8E5}" destId="{6A8DF878-6137-4208-B4F3-0AFAE8B54132}" srcOrd="2" destOrd="0" presId="urn:microsoft.com/office/officeart/2018/2/layout/IconCircleList"/>
    <dgm:cxn modelId="{1AD3AF4E-1F60-464D-B21B-4E7419C56DD4}" type="presParOf" srcId="{13CB4F59-EBC1-4ACE-BF56-0FAEA726E8E5}" destId="{DCA4C694-130A-4D5A-AD25-78BD720CB7DE}" srcOrd="3" destOrd="0" presId="urn:microsoft.com/office/officeart/2018/2/layout/IconCircleList"/>
    <dgm:cxn modelId="{741DC8DC-9B88-488F-9125-A2DC0F43C6DB}" type="presParOf" srcId="{57A9AD01-9675-455D-8DCC-43E6CF71EA5D}" destId="{47B1E5E6-FCF2-4352-9CC6-C90AA5A9EEDF}" srcOrd="5" destOrd="0" presId="urn:microsoft.com/office/officeart/2018/2/layout/IconCircleList"/>
    <dgm:cxn modelId="{4235AEC8-884A-4180-9CA6-1C52D78F673C}" type="presParOf" srcId="{57A9AD01-9675-455D-8DCC-43E6CF71EA5D}" destId="{75738D5C-1F50-40D6-88F7-5B39D3FC5B9E}" srcOrd="6" destOrd="0" presId="urn:microsoft.com/office/officeart/2018/2/layout/IconCircleList"/>
    <dgm:cxn modelId="{6EA54DF7-F02C-49DF-9CCC-435C20692BB7}" type="presParOf" srcId="{75738D5C-1F50-40D6-88F7-5B39D3FC5B9E}" destId="{8BF7C714-3D37-4365-B1B5-33328C2A4B98}" srcOrd="0" destOrd="0" presId="urn:microsoft.com/office/officeart/2018/2/layout/IconCircleList"/>
    <dgm:cxn modelId="{1D514C38-FD78-4CCA-8111-E8AED875B407}" type="presParOf" srcId="{75738D5C-1F50-40D6-88F7-5B39D3FC5B9E}" destId="{7FEC2AC4-F91F-4A10-8B95-5AE4B46960C8}" srcOrd="1" destOrd="0" presId="urn:microsoft.com/office/officeart/2018/2/layout/IconCircleList"/>
    <dgm:cxn modelId="{A8FF5FC2-1350-4715-B5D9-390537DCE665}" type="presParOf" srcId="{75738D5C-1F50-40D6-88F7-5B39D3FC5B9E}" destId="{1E0C26D5-CABD-4EE9-8248-B4531C6B28CC}" srcOrd="2" destOrd="0" presId="urn:microsoft.com/office/officeart/2018/2/layout/IconCircleList"/>
    <dgm:cxn modelId="{628752B7-3146-49D9-8DEE-FB8F549655F8}" type="presParOf" srcId="{75738D5C-1F50-40D6-88F7-5B39D3FC5B9E}" destId="{4198E393-30B4-4690-9A41-B394457A0FB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A61074-B2B3-4DEB-81CC-3246B244D9FE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88B42-4DC5-45BE-AEFA-59E74B5FCCAF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Bike-sharing demand varies with time, weather, and user behavior.</a:t>
          </a:r>
        </a:p>
      </dsp:txBody>
      <dsp:txXfrm>
        <a:off x="398656" y="1088253"/>
        <a:ext cx="2959127" cy="1837317"/>
      </dsp:txXfrm>
    </dsp:sp>
    <dsp:sp modelId="{36B41626-1B94-4D2B-BD7C-9C76C9304C9F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25B37C-E09E-41AD-BBCE-FA94F82AA3DD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Understanding these patterns is essential for operational and business planning.</a:t>
          </a:r>
        </a:p>
      </dsp:txBody>
      <dsp:txXfrm>
        <a:off x="4155097" y="1088253"/>
        <a:ext cx="2959127" cy="1837317"/>
      </dsp:txXfrm>
    </dsp:sp>
    <dsp:sp modelId="{DD7EC7BF-B65A-4B8A-A8BB-A3621392ABD9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5BEAE1-89ED-4E3C-9C10-3CF112A65F48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project analyzes bike rental data using Excel to uncover demand trends and relationships.</a:t>
          </a:r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12979D-9F7C-4AB2-B6B3-305EF832B3C8}">
      <dsp:nvSpPr>
        <dsp:cNvPr id="0" name=""/>
        <dsp:cNvSpPr/>
      </dsp:nvSpPr>
      <dsp:spPr>
        <a:xfrm>
          <a:off x="0" y="967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Dataset 1: Time, date, season, weather, temperature</a:t>
          </a:r>
        </a:p>
      </dsp:txBody>
      <dsp:txXfrm>
        <a:off x="48547" y="145256"/>
        <a:ext cx="6569739" cy="897406"/>
      </dsp:txXfrm>
    </dsp:sp>
    <dsp:sp modelId="{4C7A4B6F-3D03-4DD0-983D-D165BCA666FC}">
      <dsp:nvSpPr>
        <dsp:cNvPr id="0" name=""/>
        <dsp:cNvSpPr/>
      </dsp:nvSpPr>
      <dsp:spPr>
        <a:xfrm>
          <a:off x="0" y="11632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Dataset 2: User type and rental count data</a:t>
          </a:r>
        </a:p>
      </dsp:txBody>
      <dsp:txXfrm>
        <a:off x="48547" y="1211756"/>
        <a:ext cx="6569739" cy="897406"/>
      </dsp:txXfrm>
    </dsp:sp>
    <dsp:sp modelId="{B5B5EFEF-05C2-45BD-8BBA-C92EE93B52CE}">
      <dsp:nvSpPr>
        <dsp:cNvPr id="0" name=""/>
        <dsp:cNvSpPr/>
      </dsp:nvSpPr>
      <dsp:spPr>
        <a:xfrm>
          <a:off x="0" y="2229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Dataset 3: Additional contextual variables</a:t>
          </a:r>
        </a:p>
      </dsp:txBody>
      <dsp:txXfrm>
        <a:off x="48547" y="2278257"/>
        <a:ext cx="6569739" cy="897406"/>
      </dsp:txXfrm>
    </dsp:sp>
    <dsp:sp modelId="{DCBEE844-2059-4E0C-BC61-121B07BAD677}">
      <dsp:nvSpPr>
        <dsp:cNvPr id="0" name=""/>
        <dsp:cNvSpPr/>
      </dsp:nvSpPr>
      <dsp:spPr>
        <a:xfrm>
          <a:off x="0" y="32962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pre_final_sheet: Dataset 1 + Dataset 2 combined</a:t>
          </a:r>
        </a:p>
      </dsp:txBody>
      <dsp:txXfrm>
        <a:off x="48547" y="3344757"/>
        <a:ext cx="6569739" cy="897406"/>
      </dsp:txXfrm>
    </dsp:sp>
    <dsp:sp modelId="{5660DF38-D630-47E3-8309-194C0B1D43B1}">
      <dsp:nvSpPr>
        <dsp:cNvPr id="0" name=""/>
        <dsp:cNvSpPr/>
      </dsp:nvSpPr>
      <dsp:spPr>
        <a:xfrm>
          <a:off x="0" y="4362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final_sheet: Dataset 1 + Dataset 2 + Dataset 3 combined</a:t>
          </a:r>
        </a:p>
      </dsp:txBody>
      <dsp:txXfrm>
        <a:off x="48547" y="4411257"/>
        <a:ext cx="6569739" cy="8974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B49B0C-DF1F-42AC-9196-0843470080C2}">
      <dsp:nvSpPr>
        <dsp:cNvPr id="0" name=""/>
        <dsp:cNvSpPr/>
      </dsp:nvSpPr>
      <dsp:spPr>
        <a:xfrm>
          <a:off x="0" y="919264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96CDEE-CF55-40E8-B599-ECC9F47213B8}">
      <dsp:nvSpPr>
        <dsp:cNvPr id="0" name=""/>
        <dsp:cNvSpPr/>
      </dsp:nvSpPr>
      <dsp:spPr>
        <a:xfrm>
          <a:off x="333341" y="668344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Cleaned and standardized merged datasets</a:t>
          </a:r>
        </a:p>
      </dsp:txBody>
      <dsp:txXfrm>
        <a:off x="357839" y="692842"/>
        <a:ext cx="4617787" cy="452844"/>
      </dsp:txXfrm>
    </dsp:sp>
    <dsp:sp modelId="{3B4202D8-F4AC-4C39-BF7F-653BAEF653CC}">
      <dsp:nvSpPr>
        <dsp:cNvPr id="0" name=""/>
        <dsp:cNvSpPr/>
      </dsp:nvSpPr>
      <dsp:spPr>
        <a:xfrm>
          <a:off x="0" y="1690384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0307BC-2ABD-4319-BF8F-5D303D5A4EE2}">
      <dsp:nvSpPr>
        <dsp:cNvPr id="0" name=""/>
        <dsp:cNvSpPr/>
      </dsp:nvSpPr>
      <dsp:spPr>
        <a:xfrm>
          <a:off x="333341" y="1439464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Removed duplicates and inconsistencies</a:t>
          </a:r>
        </a:p>
      </dsp:txBody>
      <dsp:txXfrm>
        <a:off x="357839" y="1463962"/>
        <a:ext cx="4617787" cy="452844"/>
      </dsp:txXfrm>
    </dsp:sp>
    <dsp:sp modelId="{8958F41A-B7B4-4D91-B9FD-3FFDDFBD257E}">
      <dsp:nvSpPr>
        <dsp:cNvPr id="0" name=""/>
        <dsp:cNvSpPr/>
      </dsp:nvSpPr>
      <dsp:spPr>
        <a:xfrm>
          <a:off x="0" y="2461505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2DC0B-46A8-44EF-AC5C-80B8D4D11D94}">
      <dsp:nvSpPr>
        <dsp:cNvPr id="0" name=""/>
        <dsp:cNvSpPr/>
      </dsp:nvSpPr>
      <dsp:spPr>
        <a:xfrm>
          <a:off x="333341" y="2210584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Created categorical columns for BI analysis:</a:t>
          </a:r>
        </a:p>
      </dsp:txBody>
      <dsp:txXfrm>
        <a:off x="357839" y="2235082"/>
        <a:ext cx="4617787" cy="452844"/>
      </dsp:txXfrm>
    </dsp:sp>
    <dsp:sp modelId="{56E27F2E-88C6-4287-B53A-257B6DBD1E78}">
      <dsp:nvSpPr>
        <dsp:cNvPr id="0" name=""/>
        <dsp:cNvSpPr/>
      </dsp:nvSpPr>
      <dsp:spPr>
        <a:xfrm>
          <a:off x="0" y="3232625"/>
          <a:ext cx="6666833" cy="1552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54076" rIns="51742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Weather category (clear, mist, dark sky, heavy rain)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Daytime (morning, afternoon, evening, night)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Temperature, humidity, demand (low / medium / high)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Dominant user (casual / registered)</a:t>
          </a:r>
        </a:p>
      </dsp:txBody>
      <dsp:txXfrm>
        <a:off x="0" y="3232625"/>
        <a:ext cx="6666833" cy="1552950"/>
      </dsp:txXfrm>
    </dsp:sp>
    <dsp:sp modelId="{0C9EE46B-8F9D-421E-8D26-131990BC1715}">
      <dsp:nvSpPr>
        <dsp:cNvPr id="0" name=""/>
        <dsp:cNvSpPr/>
      </dsp:nvSpPr>
      <dsp:spPr>
        <a:xfrm>
          <a:off x="333341" y="2981705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Day type (weekday / weekend)</a:t>
          </a:r>
        </a:p>
      </dsp:txBody>
      <dsp:txXfrm>
        <a:off x="357839" y="3006203"/>
        <a:ext cx="4617787" cy="4528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46B42A-3321-474B-8C75-57D90ED51E5E}">
      <dsp:nvSpPr>
        <dsp:cNvPr id="0" name=""/>
        <dsp:cNvSpPr/>
      </dsp:nvSpPr>
      <dsp:spPr>
        <a:xfrm>
          <a:off x="0" y="331384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All charts created using Pivot Tables</a:t>
          </a:r>
        </a:p>
      </dsp:txBody>
      <dsp:txXfrm>
        <a:off x="31185" y="362569"/>
        <a:ext cx="6604463" cy="576450"/>
      </dsp:txXfrm>
    </dsp:sp>
    <dsp:sp modelId="{55B229D8-392F-47E7-9474-358F483D8EAF}">
      <dsp:nvSpPr>
        <dsp:cNvPr id="0" name=""/>
        <dsp:cNvSpPr/>
      </dsp:nvSpPr>
      <dsp:spPr>
        <a:xfrm>
          <a:off x="0" y="1045084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Focused on clarity, patterns, and insights</a:t>
          </a:r>
        </a:p>
      </dsp:txBody>
      <dsp:txXfrm>
        <a:off x="31185" y="1076269"/>
        <a:ext cx="6604463" cy="576450"/>
      </dsp:txXfrm>
    </dsp:sp>
    <dsp:sp modelId="{314C442B-9F76-4F01-B212-CA4977976526}">
      <dsp:nvSpPr>
        <dsp:cNvPr id="0" name=""/>
        <dsp:cNvSpPr/>
      </dsp:nvSpPr>
      <dsp:spPr>
        <a:xfrm>
          <a:off x="0" y="1758784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Visualizations used:</a:t>
          </a:r>
        </a:p>
      </dsp:txBody>
      <dsp:txXfrm>
        <a:off x="31185" y="1789969"/>
        <a:ext cx="6604463" cy="576450"/>
      </dsp:txXfrm>
    </dsp:sp>
    <dsp:sp modelId="{35ACB001-39B2-473D-A6D6-A96DCEA87776}">
      <dsp:nvSpPr>
        <dsp:cNvPr id="0" name=""/>
        <dsp:cNvSpPr/>
      </dsp:nvSpPr>
      <dsp:spPr>
        <a:xfrm>
          <a:off x="0" y="2472484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Line chart</a:t>
          </a:r>
        </a:p>
      </dsp:txBody>
      <dsp:txXfrm>
        <a:off x="31185" y="2503669"/>
        <a:ext cx="6604463" cy="576450"/>
      </dsp:txXfrm>
    </dsp:sp>
    <dsp:sp modelId="{47F8E2B4-52DF-417B-BD25-5B0270A63D95}">
      <dsp:nvSpPr>
        <dsp:cNvPr id="0" name=""/>
        <dsp:cNvSpPr/>
      </dsp:nvSpPr>
      <dsp:spPr>
        <a:xfrm>
          <a:off x="0" y="3111304"/>
          <a:ext cx="6666833" cy="1372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Bar chart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Pie chart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Column chart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Weather relationship chart</a:t>
          </a:r>
        </a:p>
      </dsp:txBody>
      <dsp:txXfrm>
        <a:off x="0" y="3111304"/>
        <a:ext cx="6666833" cy="1372410"/>
      </dsp:txXfrm>
    </dsp:sp>
    <dsp:sp modelId="{F9BA741D-8342-4442-8AC7-82EBD88A385A}">
      <dsp:nvSpPr>
        <dsp:cNvPr id="0" name=""/>
        <dsp:cNvSpPr/>
      </dsp:nvSpPr>
      <dsp:spPr>
        <a:xfrm>
          <a:off x="0" y="4483715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Interactive slicers added for dynamic filtering</a:t>
          </a:r>
        </a:p>
      </dsp:txBody>
      <dsp:txXfrm>
        <a:off x="31185" y="4514900"/>
        <a:ext cx="6604463" cy="5764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52BA4C-8DF3-4F70-9AA0-9A6FF1576E00}">
      <dsp:nvSpPr>
        <dsp:cNvPr id="0" name=""/>
        <dsp:cNvSpPr/>
      </dsp:nvSpPr>
      <dsp:spPr>
        <a:xfrm>
          <a:off x="1107126" y="337597"/>
          <a:ext cx="4581292" cy="4581292"/>
        </a:xfrm>
        <a:prstGeom prst="pie">
          <a:avLst>
            <a:gd name="adj1" fmla="val 16200000"/>
            <a:gd name="adj2" fmla="val 2052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Bike rentals peak during weekday commute hours</a:t>
          </a:r>
        </a:p>
      </dsp:txBody>
      <dsp:txXfrm>
        <a:off x="3497034" y="1107691"/>
        <a:ext cx="1472558" cy="981705"/>
      </dsp:txXfrm>
    </dsp:sp>
    <dsp:sp modelId="{F28DD0D7-F387-4C71-87E4-BB2CCDB29468}">
      <dsp:nvSpPr>
        <dsp:cNvPr id="0" name=""/>
        <dsp:cNvSpPr/>
      </dsp:nvSpPr>
      <dsp:spPr>
        <a:xfrm>
          <a:off x="1146394" y="459765"/>
          <a:ext cx="4581292" cy="4581292"/>
        </a:xfrm>
        <a:prstGeom prst="pie">
          <a:avLst>
            <a:gd name="adj1" fmla="val 20520000"/>
            <a:gd name="adj2" fmla="val 324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Weather conditions strongly affect rental demand</a:t>
          </a:r>
        </a:p>
      </dsp:txBody>
      <dsp:txXfrm>
        <a:off x="4096965" y="2552979"/>
        <a:ext cx="1363480" cy="1090784"/>
      </dsp:txXfrm>
    </dsp:sp>
    <dsp:sp modelId="{4CD7464B-D324-44B7-AE42-7A7907D0005E}">
      <dsp:nvSpPr>
        <dsp:cNvPr id="0" name=""/>
        <dsp:cNvSpPr/>
      </dsp:nvSpPr>
      <dsp:spPr>
        <a:xfrm>
          <a:off x="1042770" y="535029"/>
          <a:ext cx="4581292" cy="4581292"/>
        </a:xfrm>
        <a:prstGeom prst="pie">
          <a:avLst>
            <a:gd name="adj1" fmla="val 3240000"/>
            <a:gd name="adj2" fmla="val 756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Registered users are the primary contributors</a:t>
          </a:r>
        </a:p>
      </dsp:txBody>
      <dsp:txXfrm>
        <a:off x="2678946" y="3752842"/>
        <a:ext cx="1308940" cy="1199862"/>
      </dsp:txXfrm>
    </dsp:sp>
    <dsp:sp modelId="{C2F72A78-62A9-4B02-B4AE-47D05587E883}">
      <dsp:nvSpPr>
        <dsp:cNvPr id="0" name=""/>
        <dsp:cNvSpPr/>
      </dsp:nvSpPr>
      <dsp:spPr>
        <a:xfrm>
          <a:off x="939145" y="459765"/>
          <a:ext cx="4581292" cy="4581292"/>
        </a:xfrm>
        <a:prstGeom prst="pie">
          <a:avLst>
            <a:gd name="adj1" fmla="val 7560000"/>
            <a:gd name="adj2" fmla="val 1188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Optimal demand occurs at favorable weather combinations</a:t>
          </a:r>
        </a:p>
      </dsp:txBody>
      <dsp:txXfrm>
        <a:off x="1206387" y="2552979"/>
        <a:ext cx="1363480" cy="1090784"/>
      </dsp:txXfrm>
    </dsp:sp>
    <dsp:sp modelId="{6F0AA7EB-C558-426F-816B-63422DFA70E7}">
      <dsp:nvSpPr>
        <dsp:cNvPr id="0" name=""/>
        <dsp:cNvSpPr/>
      </dsp:nvSpPr>
      <dsp:spPr>
        <a:xfrm>
          <a:off x="978413" y="337597"/>
          <a:ext cx="4581292" cy="4581292"/>
        </a:xfrm>
        <a:prstGeom prst="pie">
          <a:avLst>
            <a:gd name="adj1" fmla="val 11880000"/>
            <a:gd name="adj2" fmla="val 1620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Interactive dashboards enable fast, data-driven decisions</a:t>
          </a:r>
        </a:p>
      </dsp:txBody>
      <dsp:txXfrm>
        <a:off x="1697240" y="1107691"/>
        <a:ext cx="1472558" cy="981705"/>
      </dsp:txXfrm>
    </dsp:sp>
    <dsp:sp modelId="{CDBDC3EC-8727-4C75-8322-6165E433941E}">
      <dsp:nvSpPr>
        <dsp:cNvPr id="0" name=""/>
        <dsp:cNvSpPr/>
      </dsp:nvSpPr>
      <dsp:spPr>
        <a:xfrm>
          <a:off x="823306" y="53993"/>
          <a:ext cx="5148500" cy="5148500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A0143EB-62E3-404A-AFCF-E572349C000F}">
      <dsp:nvSpPr>
        <dsp:cNvPr id="0" name=""/>
        <dsp:cNvSpPr/>
      </dsp:nvSpPr>
      <dsp:spPr>
        <a:xfrm>
          <a:off x="863107" y="176121"/>
          <a:ext cx="5148500" cy="5148500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F79995-4DE1-42A4-8B57-EE9ACA061FC5}">
      <dsp:nvSpPr>
        <dsp:cNvPr id="0" name=""/>
        <dsp:cNvSpPr/>
      </dsp:nvSpPr>
      <dsp:spPr>
        <a:xfrm>
          <a:off x="759166" y="251615"/>
          <a:ext cx="5148500" cy="5148500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BB57F9-25E1-4187-ADE2-24DBB2E9CDBC}">
      <dsp:nvSpPr>
        <dsp:cNvPr id="0" name=""/>
        <dsp:cNvSpPr/>
      </dsp:nvSpPr>
      <dsp:spPr>
        <a:xfrm>
          <a:off x="655225" y="176121"/>
          <a:ext cx="5148500" cy="5148500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43BCE0-F995-4544-900C-F19A9EA1A96F}">
      <dsp:nvSpPr>
        <dsp:cNvPr id="0" name=""/>
        <dsp:cNvSpPr/>
      </dsp:nvSpPr>
      <dsp:spPr>
        <a:xfrm>
          <a:off x="695025" y="53993"/>
          <a:ext cx="5148500" cy="5148500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E39DE9-FF98-4E42-9F6C-9A9F468C268F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D86E86-CA78-47B0-A375-B3AF6D1E6494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F00B4-58B3-46F1-9EE8-AA508C48693A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Excel pivot tables and charts were used to analyze bike-sharing demand</a:t>
          </a:r>
        </a:p>
      </dsp:txBody>
      <dsp:txXfrm>
        <a:off x="1834517" y="469890"/>
        <a:ext cx="3148942" cy="1335915"/>
      </dsp:txXfrm>
    </dsp:sp>
    <dsp:sp modelId="{D79F14E3-916D-48EB-802B-C47C40DD905F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3E1A9-AADD-4F73-92B7-6CF08C24944A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93932-723E-4A11-A6D8-10022E9A98A3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Visual dashboards improved interpretability of data</a:t>
          </a:r>
        </a:p>
      </dsp:txBody>
      <dsp:txXfrm>
        <a:off x="7154322" y="469890"/>
        <a:ext cx="3148942" cy="1335915"/>
      </dsp:txXfrm>
    </dsp:sp>
    <dsp:sp modelId="{AB92450D-4309-4144-A50C-6F4E74F486AA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0B2631-5609-44DF-A91F-629161BF07CE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A4C694-130A-4D5A-AD25-78BD720CB7DE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analysis supports informed operational and business planning</a:t>
          </a:r>
        </a:p>
      </dsp:txBody>
      <dsp:txXfrm>
        <a:off x="1834517" y="2545532"/>
        <a:ext cx="3148942" cy="1335915"/>
      </dsp:txXfrm>
    </dsp:sp>
    <dsp:sp modelId="{8BF7C714-3D37-4365-B1B5-33328C2A4B98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EC2AC4-F91F-4A10-8B95-5AE4B46960C8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98E393-30B4-4690-9A41-B394457A0FBE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Project demonstrates effective use of Excel for business intelligence</a:t>
          </a:r>
        </a:p>
      </dsp:txBody>
      <dsp:txXfrm>
        <a:off x="7154322" y="2545532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r>
              <a:rPr lang="en-US" sz="5600" b="1">
                <a:ea typeface="+mj-lt"/>
                <a:cs typeface="+mj-lt"/>
              </a:rPr>
              <a:t>Bike Sharing Demand Analysis Using Excel</a:t>
            </a:r>
            <a:endParaRPr lang="en-US" sz="56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5526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Analysis of Bike Rental Patterns Using Weather, Time &amp; User Data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5DFC8602-A6A0-59BC-4AEA-7FF7EBBF7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908" y="621091"/>
            <a:ext cx="6439588" cy="2683161"/>
          </a:xfrm>
          <a:prstGeom prst="rect">
            <a:avLst/>
          </a:prstGeom>
        </p:spPr>
      </p:pic>
      <p:sp>
        <p:nvSpPr>
          <p:cNvPr id="13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670D46-896C-3F7A-CBB2-21B89B5B8650}"/>
              </a:ext>
            </a:extLst>
          </p:cNvPr>
          <p:cNvSpPr txBox="1"/>
          <p:nvPr/>
        </p:nvSpPr>
        <p:spPr>
          <a:xfrm>
            <a:off x="2873908" y="6161867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Name: Sanskar Pandey	Tool: Microsoft Excel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72B9A2-8757-D19A-D08F-24BFAAD07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Problem Statement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FB96ED69-D04D-EB24-81FA-95487BC49A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571691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936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826FAD-E1B4-7C12-1B86-A5C343BB4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Dataset &amp; Scope of Analysis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A11779-406C-7FDE-870C-3C071C5F4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42091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5565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A0E09B-02D4-487A-12F1-BCC2D1B7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Data Preparation &amp; Feature Engineering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940AEB-9023-5809-17DC-DDE5C772BC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027255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4974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70EDC5-BC6B-6871-1FF4-6D93247EC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100">
                <a:solidFill>
                  <a:srgbClr val="FFFFFF"/>
                </a:solidFill>
                <a:ea typeface="+mj-lt"/>
                <a:cs typeface="+mj-lt"/>
              </a:rPr>
              <a:t>Data Visualization &amp; Business Intelligence Approach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48659FA3-49DD-1087-78A9-7E8D54B2C9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887243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7760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4A49D8-5BD6-D57D-0B6D-29C2CEBDE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600">
                <a:ea typeface="+mj-lt"/>
                <a:cs typeface="+mj-lt"/>
              </a:rPr>
              <a:t>Bike Demand Pattern</a:t>
            </a:r>
            <a:endParaRPr lang="en-US" sz="46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3D3B3-9878-4503-C180-014EB8DC9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ea typeface="+mn-lt"/>
                <a:cs typeface="+mn-lt"/>
              </a:rPr>
              <a:t>Demand peaks during morning and afternoon hours</a:t>
            </a:r>
            <a:endParaRPr lang="en-US" sz="2200" dirty="0"/>
          </a:p>
          <a:p>
            <a:r>
              <a:rPr lang="en-US" sz="2200" dirty="0">
                <a:ea typeface="+mn-lt"/>
                <a:cs typeface="+mn-lt"/>
              </a:rPr>
              <a:t>Indicates commute-driven usage behavior</a:t>
            </a:r>
            <a:endParaRPr lang="en-US" sz="2200"/>
          </a:p>
          <a:p>
            <a:endParaRPr lang="en-US" sz="220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91559A5-D4D0-45FF-8371-BF40ACECF9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7513202"/>
              </p:ext>
            </p:extLst>
          </p:nvPr>
        </p:nvGraphicFramePr>
        <p:xfrm>
          <a:off x="4654296" y="640080"/>
          <a:ext cx="6903720" cy="5577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08663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4D4B-C4D6-DC81-41BF-CD1129F8F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Weather Impact &amp; User Type Distribution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CF5A0-E9D6-B9F5-845C-16E65FEC8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Clear weather significantly increases rentals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Registered users dominate overall demand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0707259-D656-4ED8-8572-B6E2DB8B12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6704966"/>
              </p:ext>
            </p:extLst>
          </p:nvPr>
        </p:nvGraphicFramePr>
        <p:xfrm>
          <a:off x="1037488" y="3145062"/>
          <a:ext cx="4577715" cy="2867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4E8B8DB-9DF1-4EB4-BFA8-986417923C5E}"/>
              </a:ext>
              <a:ext uri="{147F2762-F138-4A5C-976F-8EAC2B608ADB}">
                <a16:predDERef xmlns:a16="http://schemas.microsoft.com/office/drawing/2014/main" pred="{70707259-D656-4ED8-8572-B6E2DB8B12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745495"/>
              </p:ext>
            </p:extLst>
          </p:nvPr>
        </p:nvGraphicFramePr>
        <p:xfrm>
          <a:off x="5984296" y="3150216"/>
          <a:ext cx="5368018" cy="3065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29722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4E117-E33A-7F01-4BD4-3A9323A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Day Type and Weather Relationship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06183-102E-73C2-F0D9-335061C81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Weekday demand is higher due to commuting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Certain weather combinations perform better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363094E-8007-4844-93D9-EB2001287D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7909374"/>
              </p:ext>
            </p:extLst>
          </p:nvPr>
        </p:nvGraphicFramePr>
        <p:xfrm>
          <a:off x="1008970" y="3277961"/>
          <a:ext cx="4581525" cy="28975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D9260E8-B685-493D-BD6D-37AF8F6B29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7522907"/>
              </p:ext>
            </p:extLst>
          </p:nvPr>
        </p:nvGraphicFramePr>
        <p:xfrm>
          <a:off x="6490607" y="3277961"/>
          <a:ext cx="4589145" cy="28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39454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5E3E82-FA3A-9F7C-6446-9C7C3615F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Interactive Dashboard — Pre Final</a:t>
            </a:r>
            <a:endParaRPr lang="en-US" sz="3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C1929-7F64-A86C-58D5-27DBBFC05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Built using Dataset 1 and Dataset 2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Uses pivot charts and slicers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Highlights demand trends, weather impact, and user behavior</a:t>
            </a:r>
            <a:endParaRPr lang="en-US" sz="1800"/>
          </a:p>
          <a:p>
            <a:endParaRPr lang="en-US" sz="1800"/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9033764D-5977-275A-81DF-ECD25A6B1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775116"/>
            <a:ext cx="6440424" cy="325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178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46D2AA-048A-4042-242E-969393CE0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Interactive Dashboard — Final</a:t>
            </a:r>
          </a:p>
          <a:p>
            <a:endParaRPr lang="en-US" sz="380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8D7F8-07DD-91E6-A5A2-E9F04FB88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Extended analysis using all three datasets</a:t>
            </a:r>
          </a:p>
          <a:p>
            <a:r>
              <a:rPr lang="en-US" sz="2200">
                <a:ea typeface="+mn-lt"/>
                <a:cs typeface="+mn-lt"/>
              </a:rPr>
              <a:t>Provides deeper contextual insights</a:t>
            </a:r>
          </a:p>
          <a:p>
            <a:r>
              <a:rPr lang="en-US" sz="2200">
                <a:ea typeface="+mn-lt"/>
                <a:cs typeface="+mn-lt"/>
              </a:rPr>
              <a:t>Enables comprehensive business intelligence</a:t>
            </a:r>
          </a:p>
          <a:p>
            <a:endParaRPr lang="en-US" sz="2200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3E3C3ED-C663-C990-179F-CA92C1F01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85810"/>
            <a:ext cx="6903720" cy="348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07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85EF80-4FE1-54C0-DB4B-B1BE36C05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  <a:ea typeface="+mj-lt"/>
                <a:cs typeface="+mj-lt"/>
              </a:rPr>
              <a:t>Key Business Insights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A2CDD008-28AC-B2B3-A8EC-E776665DC3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541134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5100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E9908-8CBA-B4C1-F027-5BB2E82F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Conclusion</a:t>
            </a:r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8EC4788-1D9A-044A-390F-60CACF05CF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4611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413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Bike Sharing Demand Analysis Using Excel</vt:lpstr>
      <vt:lpstr>Problem Statement</vt:lpstr>
      <vt:lpstr>Dataset &amp; Scope of Analysis</vt:lpstr>
      <vt:lpstr>Data Preparation &amp; Feature Engineering</vt:lpstr>
      <vt:lpstr>Data Visualization &amp; Business Intelligence Approach</vt:lpstr>
      <vt:lpstr>Bike Demand Pattern</vt:lpstr>
      <vt:lpstr>Weather Impact &amp; User Type Distribution</vt:lpstr>
      <vt:lpstr>Day Type and Weather Relationship Analysis</vt:lpstr>
      <vt:lpstr>Interactive Dashboard — Pre Final</vt:lpstr>
      <vt:lpstr>Interactive Dashboard — Final </vt:lpstr>
      <vt:lpstr>Key Business Insights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Sagmi</cp:lastModifiedBy>
  <cp:revision>135</cp:revision>
  <dcterms:created xsi:type="dcterms:W3CDTF">2026-01-20T21:01:43Z</dcterms:created>
  <dcterms:modified xsi:type="dcterms:W3CDTF">2026-01-20T22:10:11Z</dcterms:modified>
</cp:coreProperties>
</file>