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ppt/diagrams/data2.xml" ContentType="application/vnd.openxmlformats-officedocument.drawingml.diagramData+xml"/>
  <Override PartName="/ppt/diagrams/layout2.xml" ContentType="application/vnd.openxmlformats-officedocument.drawingml.diagramLayout+xml"/>
  <Override PartName="/ppt/diagrams/quickStyle2.xml" ContentType="application/vnd.openxmlformats-officedocument.drawingml.diagramStyle+xml"/>
  <Override PartName="/ppt/diagrams/colors2.xml" ContentType="application/vnd.openxmlformats-officedocument.drawingml.diagramColors+xml"/>
  <Override PartName="/ppt/diagrams/drawing2.xml" ContentType="application/vnd.ms-office.drawingml.diagramDrawing+xml"/>
  <Override PartName="/ppt/diagrams/data3.xml" ContentType="application/vnd.openxmlformats-officedocument.drawingml.diagramData+xml"/>
  <Override PartName="/ppt/diagrams/layout3.xml" ContentType="application/vnd.openxmlformats-officedocument.drawingml.diagramLayout+xml"/>
  <Override PartName="/ppt/diagrams/quickStyle3.xml" ContentType="application/vnd.openxmlformats-officedocument.drawingml.diagramStyle+xml"/>
  <Override PartName="/ppt/diagrams/colors3.xml" ContentType="application/vnd.openxmlformats-officedocument.drawingml.diagramColors+xml"/>
  <Override PartName="/ppt/diagrams/drawing3.xml" ContentType="application/vnd.ms-office.drawingml.diagramDrawing+xml"/>
  <Override PartName="/ppt/diagrams/data4.xml" ContentType="application/vnd.openxmlformats-officedocument.drawingml.diagramData+xml"/>
  <Override PartName="/ppt/diagrams/layout4.xml" ContentType="application/vnd.openxmlformats-officedocument.drawingml.diagramLayout+xml"/>
  <Override PartName="/ppt/diagrams/quickStyle4.xml" ContentType="application/vnd.openxmlformats-officedocument.drawingml.diagramStyle+xml"/>
  <Override PartName="/ppt/diagrams/colors4.xml" ContentType="application/vnd.openxmlformats-officedocument.drawingml.diagramColors+xml"/>
  <Override PartName="/ppt/diagrams/drawing4.xml" ContentType="application/vnd.ms-office.drawingml.diagramDrawing+xml"/>
  <Override PartName="/ppt/charts/chart1.xml" ContentType="application/vnd.openxmlformats-officedocument.drawingml.chart+xml"/>
  <Override PartName="/ppt/charts/style1.xml" ContentType="application/vnd.ms-office.chartstyle+xml"/>
  <Override PartName="/ppt/charts/colors1.xml" ContentType="application/vnd.ms-office.chartcolorstyle+xml"/>
  <Override PartName="/ppt/charts/chart2.xml" ContentType="application/vnd.openxmlformats-officedocument.drawingml.chart+xml"/>
  <Override PartName="/ppt/charts/style2.xml" ContentType="application/vnd.ms-office.chartstyle+xml"/>
  <Override PartName="/ppt/charts/colors2.xml" ContentType="application/vnd.ms-office.chartcolorstyle+xml"/>
  <Override PartName="/ppt/charts/chart3.xml" ContentType="application/vnd.openxmlformats-officedocument.drawingml.chart+xml"/>
  <Override PartName="/ppt/charts/style3.xml" ContentType="application/vnd.ms-office.chartstyle+xml"/>
  <Override PartName="/ppt/charts/colors3.xml" ContentType="application/vnd.ms-office.chartcolorstyle+xml"/>
  <Override PartName="/ppt/charts/chart4.xml" ContentType="application/vnd.openxmlformats-officedocument.drawingml.chart+xml"/>
  <Override PartName="/ppt/charts/style4.xml" ContentType="application/vnd.ms-office.chartstyle+xml"/>
  <Override PartName="/ppt/charts/colors4.xml" ContentType="application/vnd.ms-office.chartcolorstyle+xml"/>
  <Override PartName="/ppt/charts/chart5.xml" ContentType="application/vnd.openxmlformats-officedocument.drawingml.chart+xml"/>
  <Override PartName="/ppt/charts/style5.xml" ContentType="application/vnd.ms-office.chartstyle+xml"/>
  <Override PartName="/ppt/charts/colors5.xml" ContentType="application/vnd.ms-office.chartcolorstyle+xml"/>
  <Override PartName="/ppt/diagrams/data5.xml" ContentType="application/vnd.openxmlformats-officedocument.drawingml.diagramData+xml"/>
  <Override PartName="/ppt/diagrams/layout5.xml" ContentType="application/vnd.openxmlformats-officedocument.drawingml.diagramLayout+xml"/>
  <Override PartName="/ppt/diagrams/quickStyle5.xml" ContentType="application/vnd.openxmlformats-officedocument.drawingml.diagramStyle+xml"/>
  <Override PartName="/ppt/diagrams/colors5.xml" ContentType="application/vnd.openxmlformats-officedocument.drawingml.diagramColors+xml"/>
  <Override PartName="/ppt/diagrams/drawing5.xml" ContentType="application/vnd.ms-office.drawingml.diagramDrawing+xml"/>
  <Override PartName="/ppt/diagrams/data6.xml" ContentType="application/vnd.openxmlformats-officedocument.drawingml.diagramData+xml"/>
  <Override PartName="/ppt/diagrams/layout6.xml" ContentType="application/vnd.openxmlformats-officedocument.drawingml.diagramLayout+xml"/>
  <Override PartName="/ppt/diagrams/quickStyle6.xml" ContentType="application/vnd.openxmlformats-officedocument.drawingml.diagramStyle+xml"/>
  <Override PartName="/ppt/diagrams/colors6.xml" ContentType="application/vnd.openxmlformats-officedocument.drawingml.diagramColors+xml"/>
  <Override PartName="/ppt/diagrams/drawing6.xml" ContentType="application/vnd.ms-office.drawingml.diagramDrawing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3" r:id="rId8"/>
    <p:sldId id="262" r:id="rId9"/>
    <p:sldId id="264" r:id="rId10"/>
    <p:sldId id="265" r:id="rId11"/>
    <p:sldId id="266" r:id="rId12"/>
    <p:sldId id="267" r:id="rId13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1FCD2D79-2217-4174-A6F1-6678D65E86CE}" v="200" dt="2026-01-20T21:56:44.270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9972" autoAdjust="0"/>
    <p:restoredTop sz="94660"/>
  </p:normalViewPr>
  <p:slideViewPr>
    <p:cSldViewPr snapToGrid="0">
      <p:cViewPr varScale="1">
        <p:scale>
          <a:sx n="86" d="100"/>
          <a:sy n="86" d="100"/>
        </p:scale>
        <p:origin x="96" y="88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microsoft.com/office/2015/10/relationships/revisionInfo" Target="revisionInfo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viewProps" Target="view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presProps" Target="presProps.xml"/></Relationships>
</file>

<file path=ppt/charts/_rels/chart1.xml.rels><?xml version="1.0" encoding="UTF-8" standalone="yes"?>
<Relationships xmlns="http://schemas.openxmlformats.org/package/2006/relationships"><Relationship Id="rId3" Type="http://schemas.openxmlformats.org/officeDocument/2006/relationships/oleObject" Target="https://d.docs.live.net/BD3D765FF80E3FEF/final_sheet.xlsx" TargetMode="External"/><Relationship Id="rId2" Type="http://schemas.microsoft.com/office/2011/relationships/chartColorStyle" Target="colors1.xml"/><Relationship Id="rId1" Type="http://schemas.microsoft.com/office/2011/relationships/chartStyle" Target="style1.xml"/></Relationships>
</file>

<file path=ppt/charts/_rels/chart2.xml.rels><?xml version="1.0" encoding="UTF-8" standalone="yes"?>
<Relationships xmlns="http://schemas.openxmlformats.org/package/2006/relationships"><Relationship Id="rId3" Type="http://schemas.openxmlformats.org/officeDocument/2006/relationships/oleObject" Target="https://d.docs.live.net/BD3D765FF80E3FEF/final_sheet.xlsx" TargetMode="External"/><Relationship Id="rId2" Type="http://schemas.microsoft.com/office/2011/relationships/chartColorStyle" Target="colors2.xml"/><Relationship Id="rId1" Type="http://schemas.microsoft.com/office/2011/relationships/chartStyle" Target="style2.xml"/></Relationships>
</file>

<file path=ppt/charts/_rels/chart3.xml.rels><?xml version="1.0" encoding="UTF-8" standalone="yes"?>
<Relationships xmlns="http://schemas.openxmlformats.org/package/2006/relationships"><Relationship Id="rId3" Type="http://schemas.openxmlformats.org/officeDocument/2006/relationships/oleObject" Target="https://d.docs.live.net/BD3D765FF80E3FEF/final_sheet.xlsx" TargetMode="External"/><Relationship Id="rId2" Type="http://schemas.microsoft.com/office/2011/relationships/chartColorStyle" Target="colors3.xml"/><Relationship Id="rId1" Type="http://schemas.microsoft.com/office/2011/relationships/chartStyle" Target="style3.xml"/></Relationships>
</file>

<file path=ppt/charts/_rels/chart4.xml.rels><?xml version="1.0" encoding="UTF-8" standalone="yes"?>
<Relationships xmlns="http://schemas.openxmlformats.org/package/2006/relationships"><Relationship Id="rId3" Type="http://schemas.openxmlformats.org/officeDocument/2006/relationships/oleObject" Target="https://d.docs.live.net/BD3D765FF80E3FEF/final_sheet.xlsx" TargetMode="External"/><Relationship Id="rId2" Type="http://schemas.microsoft.com/office/2011/relationships/chartColorStyle" Target="colors4.xml"/><Relationship Id="rId1" Type="http://schemas.microsoft.com/office/2011/relationships/chartStyle" Target="style4.xml"/></Relationships>
</file>

<file path=ppt/charts/_rels/chart5.xml.rels><?xml version="1.0" encoding="UTF-8" standalone="yes"?>
<Relationships xmlns="http://schemas.openxmlformats.org/package/2006/relationships"><Relationship Id="rId3" Type="http://schemas.openxmlformats.org/officeDocument/2006/relationships/oleObject" Target="https://d.docs.live.net/BD3D765FF80E3FEF/final_sheet.xlsx" TargetMode="External"/><Relationship Id="rId2" Type="http://schemas.microsoft.com/office/2011/relationships/chartColorStyle" Target="colors5.xml"/><Relationship Id="rId1" Type="http://schemas.microsoft.com/office/2011/relationships/chartStyle" Target="style5.xml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pivotSource>
    <c:name>[final_sheet.xlsx]Pivot Tables!PivotTable8</c:name>
    <c:fmtId val="-1"/>
  </c:pivotSource>
  <c:chart>
    <c:title>
      <c:tx>
        <c:rich>
          <a:bodyPr rot="0" spcFirstLastPara="1" vertOverflow="ellipsis" vert="horz" wrap="square" anchor="ctr" anchorCtr="1"/>
          <a:lstStyle/>
          <a:p>
            <a:pPr>
              <a:defRPr sz="1400" b="0" i="0" u="none" strike="noStrike" kern="1200" spc="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r>
              <a:rPr lang="en-US"/>
              <a:t>Hour vs Rentals</a:t>
            </a:r>
          </a:p>
        </c:rich>
      </c:tx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400" b="0" i="0" u="none" strike="noStrike" kern="1200" spc="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en-US"/>
        </a:p>
      </c:txPr>
    </c:title>
    <c:autoTitleDeleted val="0"/>
    <c:pivotFmts>
      <c:pivotFmt>
        <c:idx val="0"/>
        <c:spPr>
          <a:solidFill>
            <a:schemeClr val="accent1"/>
          </a:solidFill>
          <a:ln w="28575" cap="rnd">
            <a:solidFill>
              <a:schemeClr val="accent1"/>
            </a:solidFill>
            <a:round/>
          </a:ln>
          <a:effectLst/>
        </c:spPr>
        <c:marker>
          <c:symbol val="none"/>
        </c:marker>
        <c:dLbl>
          <c:idx val="0"/>
          <c:spPr>
            <a:noFill/>
            <a:ln>
              <a:noFill/>
            </a:ln>
            <a:effectLst/>
          </c:spPr>
          <c:txPr>
            <a:bodyPr rot="0" spcFirstLastPara="1" vertOverflow="ellipsis" vert="horz" wrap="square" lIns="38100" tIns="19050" rIns="38100" bIns="19050" anchor="ctr" anchorCtr="1">
              <a:spAutoFit/>
            </a:bodyPr>
            <a:lstStyle/>
            <a:p>
              <a:pPr>
                <a:defRPr sz="900" b="0" i="0" u="none" strike="noStrike" kern="1200" baseline="0">
                  <a:solidFill>
                    <a:schemeClr val="tx1">
                      <a:lumMod val="75000"/>
                      <a:lumOff val="25000"/>
                    </a:schemeClr>
                  </a:solidFill>
                  <a:latin typeface="+mn-lt"/>
                  <a:ea typeface="+mn-ea"/>
                  <a:cs typeface="+mn-cs"/>
                </a:defRPr>
              </a:pPr>
              <a:endParaRPr lang="en-US"/>
            </a:p>
          </c:txPr>
          <c:showLegendKey val="0"/>
          <c:showVal val="0"/>
          <c:showCatName val="0"/>
          <c:showSerName val="0"/>
          <c:showPercent val="0"/>
          <c:showBubbleSize val="0"/>
          <c:extLst>
            <c:ext xmlns:c15="http://schemas.microsoft.com/office/drawing/2012/chart" uri="{CE6537A1-D6FC-4f65-9D91-7224C49458BB}"/>
          </c:extLst>
        </c:dLbl>
      </c:pivotFmt>
      <c:pivotFmt>
        <c:idx val="1"/>
        <c:spPr>
          <a:solidFill>
            <a:schemeClr val="accent1"/>
          </a:solidFill>
          <a:ln w="28575" cap="rnd">
            <a:solidFill>
              <a:schemeClr val="accent1"/>
            </a:solidFill>
            <a:round/>
          </a:ln>
          <a:effectLst/>
        </c:spPr>
        <c:marker>
          <c:symbol val="none"/>
        </c:marker>
        <c:dLbl>
          <c:idx val="0"/>
          <c:spPr>
            <a:noFill/>
            <a:ln>
              <a:noFill/>
            </a:ln>
            <a:effectLst/>
          </c:spPr>
          <c:txPr>
            <a:bodyPr rot="0" spcFirstLastPara="1" vertOverflow="ellipsis" vert="horz" wrap="square" lIns="38100" tIns="19050" rIns="38100" bIns="19050" anchor="ctr" anchorCtr="1">
              <a:spAutoFit/>
            </a:bodyPr>
            <a:lstStyle/>
            <a:p>
              <a:pPr>
                <a:defRPr sz="900" b="0" i="0" u="none" strike="noStrike" kern="1200" baseline="0">
                  <a:solidFill>
                    <a:schemeClr val="tx1">
                      <a:lumMod val="75000"/>
                      <a:lumOff val="25000"/>
                    </a:schemeClr>
                  </a:solidFill>
                  <a:latin typeface="+mn-lt"/>
                  <a:ea typeface="+mn-ea"/>
                  <a:cs typeface="+mn-cs"/>
                </a:defRPr>
              </a:pPr>
              <a:endParaRPr lang="en-US"/>
            </a:p>
          </c:txPr>
          <c:showLegendKey val="0"/>
          <c:showVal val="0"/>
          <c:showCatName val="0"/>
          <c:showSerName val="0"/>
          <c:showPercent val="0"/>
          <c:showBubbleSize val="0"/>
          <c:extLst>
            <c:ext xmlns:c15="http://schemas.microsoft.com/office/drawing/2012/chart" uri="{CE6537A1-D6FC-4f65-9D91-7224C49458BB}"/>
          </c:extLst>
        </c:dLbl>
      </c:pivotFmt>
      <c:pivotFmt>
        <c:idx val="2"/>
        <c:spPr>
          <a:solidFill>
            <a:schemeClr val="accent1"/>
          </a:solidFill>
          <a:ln w="28575" cap="rnd">
            <a:solidFill>
              <a:schemeClr val="accent1"/>
            </a:solidFill>
            <a:round/>
          </a:ln>
          <a:effectLst/>
        </c:spPr>
        <c:marker>
          <c:symbol val="none"/>
        </c:marker>
        <c:dLbl>
          <c:idx val="0"/>
          <c:spPr>
            <a:noFill/>
            <a:ln>
              <a:noFill/>
            </a:ln>
            <a:effectLst/>
          </c:spPr>
          <c:txPr>
            <a:bodyPr rot="0" spcFirstLastPara="1" vertOverflow="ellipsis" vert="horz" wrap="square" lIns="38100" tIns="19050" rIns="38100" bIns="19050" anchor="ctr" anchorCtr="1">
              <a:spAutoFit/>
            </a:bodyPr>
            <a:lstStyle/>
            <a:p>
              <a:pPr>
                <a:defRPr sz="900" b="0" i="0" u="none" strike="noStrike" kern="1200" baseline="0">
                  <a:solidFill>
                    <a:schemeClr val="tx1">
                      <a:lumMod val="75000"/>
                      <a:lumOff val="25000"/>
                    </a:schemeClr>
                  </a:solidFill>
                  <a:latin typeface="+mn-lt"/>
                  <a:ea typeface="+mn-ea"/>
                  <a:cs typeface="+mn-cs"/>
                </a:defRPr>
              </a:pPr>
              <a:endParaRPr lang="en-US"/>
            </a:p>
          </c:txPr>
          <c:showLegendKey val="0"/>
          <c:showVal val="0"/>
          <c:showCatName val="0"/>
          <c:showSerName val="0"/>
          <c:showPercent val="0"/>
          <c:showBubbleSize val="0"/>
          <c:extLst>
            <c:ext xmlns:c15="http://schemas.microsoft.com/office/drawing/2012/chart" uri="{CE6537A1-D6FC-4f65-9D91-7224C49458BB}"/>
          </c:extLst>
        </c:dLbl>
      </c:pivotFmt>
      <c:pivotFmt>
        <c:idx val="3"/>
        <c:spPr>
          <a:solidFill>
            <a:schemeClr val="accent1"/>
          </a:solidFill>
          <a:ln w="28575" cap="rnd">
            <a:solidFill>
              <a:schemeClr val="accent1"/>
            </a:solidFill>
            <a:round/>
          </a:ln>
          <a:effectLst/>
        </c:spPr>
        <c:marker>
          <c:symbol val="none"/>
        </c:marker>
        <c:dLbl>
          <c:idx val="0"/>
          <c:spPr>
            <a:noFill/>
            <a:ln>
              <a:noFill/>
            </a:ln>
            <a:effectLst/>
          </c:spPr>
          <c:txPr>
            <a:bodyPr rot="0" spcFirstLastPara="1" vertOverflow="ellipsis" vert="horz" wrap="square" lIns="38100" tIns="19050" rIns="38100" bIns="19050" anchor="ctr" anchorCtr="1">
              <a:spAutoFit/>
            </a:bodyPr>
            <a:lstStyle/>
            <a:p>
              <a:pPr>
                <a:defRPr sz="900" b="0" i="0" u="none" strike="noStrike" kern="1200" baseline="0">
                  <a:solidFill>
                    <a:schemeClr val="tx1">
                      <a:lumMod val="75000"/>
                      <a:lumOff val="25000"/>
                    </a:schemeClr>
                  </a:solidFill>
                  <a:latin typeface="+mn-lt"/>
                  <a:ea typeface="+mn-ea"/>
                  <a:cs typeface="+mn-cs"/>
                </a:defRPr>
              </a:pPr>
              <a:endParaRPr lang="en-US"/>
            </a:p>
          </c:txPr>
          <c:showLegendKey val="0"/>
          <c:showVal val="0"/>
          <c:showCatName val="0"/>
          <c:showSerName val="0"/>
          <c:showPercent val="0"/>
          <c:showBubbleSize val="0"/>
          <c:extLst>
            <c:ext xmlns:c15="http://schemas.microsoft.com/office/drawing/2012/chart" uri="{CE6537A1-D6FC-4f65-9D91-7224C49458BB}"/>
          </c:extLst>
        </c:dLbl>
      </c:pivotFmt>
      <c:pivotFmt>
        <c:idx val="4"/>
        <c:spPr>
          <a:solidFill>
            <a:schemeClr val="accent1"/>
          </a:solidFill>
          <a:ln w="28575" cap="rnd">
            <a:solidFill>
              <a:schemeClr val="accent1"/>
            </a:solidFill>
            <a:round/>
          </a:ln>
          <a:effectLst/>
        </c:spPr>
        <c:marker>
          <c:symbol val="none"/>
        </c:marker>
        <c:dLbl>
          <c:idx val="0"/>
          <c:spPr>
            <a:noFill/>
            <a:ln>
              <a:noFill/>
            </a:ln>
            <a:effectLst/>
          </c:spPr>
          <c:txPr>
            <a:bodyPr rot="0" spcFirstLastPara="1" vertOverflow="ellipsis" vert="horz" wrap="square" lIns="38100" tIns="19050" rIns="38100" bIns="19050" anchor="ctr" anchorCtr="1">
              <a:spAutoFit/>
            </a:bodyPr>
            <a:lstStyle/>
            <a:p>
              <a:pPr>
                <a:defRPr sz="900" b="0" i="0" u="none" strike="noStrike" kern="1200" baseline="0">
                  <a:solidFill>
                    <a:schemeClr val="tx1">
                      <a:lumMod val="75000"/>
                      <a:lumOff val="25000"/>
                    </a:schemeClr>
                  </a:solidFill>
                  <a:latin typeface="+mn-lt"/>
                  <a:ea typeface="+mn-ea"/>
                  <a:cs typeface="+mn-cs"/>
                </a:defRPr>
              </a:pPr>
              <a:endParaRPr lang="en-US"/>
            </a:p>
          </c:txPr>
          <c:showLegendKey val="0"/>
          <c:showVal val="0"/>
          <c:showCatName val="0"/>
          <c:showSerName val="0"/>
          <c:showPercent val="0"/>
          <c:showBubbleSize val="0"/>
          <c:extLst>
            <c:ext xmlns:c15="http://schemas.microsoft.com/office/drawing/2012/chart" uri="{CE6537A1-D6FC-4f65-9D91-7224C49458BB}"/>
          </c:extLst>
        </c:dLbl>
      </c:pivotFmt>
    </c:pivotFmts>
    <c:plotArea>
      <c:layout/>
      <c:lineChart>
        <c:grouping val="standard"/>
        <c:varyColors val="0"/>
        <c:ser>
          <c:idx val="0"/>
          <c:order val="0"/>
          <c:tx>
            <c:strRef>
              <c:f>'Pivot Tables'!$B$4</c:f>
              <c:strCache>
                <c:ptCount val="1"/>
                <c:pt idx="0">
                  <c:v>Total</c:v>
                </c:pt>
              </c:strCache>
            </c:strRef>
          </c:tx>
          <c:spPr>
            <a:ln w="28575" cap="rnd">
              <a:solidFill>
                <a:schemeClr val="accent1"/>
              </a:solidFill>
              <a:round/>
            </a:ln>
            <a:effectLst/>
          </c:spPr>
          <c:marker>
            <c:symbol val="none"/>
          </c:marker>
          <c:cat>
            <c:strRef>
              <c:f>'Pivot Tables'!$A$5:$A$8</c:f>
              <c:strCache>
                <c:ptCount val="4"/>
                <c:pt idx="0">
                  <c:v>Afternoon</c:v>
                </c:pt>
                <c:pt idx="1">
                  <c:v>Evening</c:v>
                </c:pt>
                <c:pt idx="2">
                  <c:v>Morning</c:v>
                </c:pt>
                <c:pt idx="3">
                  <c:v>Night</c:v>
                </c:pt>
              </c:strCache>
            </c:strRef>
          </c:cat>
          <c:val>
            <c:numRef>
              <c:f>'Pivot Tables'!$B$5:$B$8</c:f>
              <c:numCache>
                <c:formatCode>0</c:formatCode>
                <c:ptCount val="4"/>
                <c:pt idx="0">
                  <c:v>23308</c:v>
                </c:pt>
                <c:pt idx="1">
                  <c:v>11600</c:v>
                </c:pt>
                <c:pt idx="2">
                  <c:v>16968</c:v>
                </c:pt>
                <c:pt idx="3">
                  <c:v>6428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7F2C-4CDA-A159-122507BB7666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smooth val="0"/>
        <c:axId val="1377238832"/>
        <c:axId val="1377222992"/>
      </c:lineChart>
      <c:catAx>
        <c:axId val="1377238832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9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1377222992"/>
        <c:crosses val="autoZero"/>
        <c:auto val="1"/>
        <c:lblAlgn val="ctr"/>
        <c:lblOffset val="100"/>
        <c:noMultiLvlLbl val="0"/>
      </c:catAx>
      <c:valAx>
        <c:axId val="1377222992"/>
        <c:scaling>
          <c:orientation val="minMax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0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9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1377238832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r"/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900" b="0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en-US"/>
        </a:p>
      </c:txPr>
    </c:legend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n-US"/>
    </a:p>
  </c:txPr>
  <c:externalData r:id="rId3">
    <c:autoUpdate val="0"/>
  </c:externalData>
  <c:extLst>
    <c:ext xmlns:c14="http://schemas.microsoft.com/office/drawing/2007/8/2/chart" uri="{781A3756-C4B2-4CAC-9D66-4F8BD8637D16}">
      <c14:pivotOptions>
        <c14:dropZoneFilter val="1"/>
        <c14:dropZoneCategories val="1"/>
        <c14:dropZoneData val="1"/>
        <c14:dropZoneSeries val="1"/>
      </c14:pivotOptions>
    </c:ext>
    <c:ext xmlns:c16="http://schemas.microsoft.com/office/drawing/2014/chart" uri="{E28EC0CA-F0BB-4C9C-879D-F8772B89E7AC}">
      <c16:pivotOptions16>
        <c16:showExpandCollapseFieldButtons val="1"/>
      </c16:pivotOptions16>
    </c:ext>
  </c:extLst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pivotSource>
    <c:name>[final_sheet.xlsx]Pivot Tables!PivotTable9</c:name>
    <c:fmtId val="-1"/>
  </c:pivotSource>
  <c:chart>
    <c:title>
      <c:tx>
        <c:rich>
          <a:bodyPr rot="0" spcFirstLastPara="1" vertOverflow="ellipsis" vert="horz" wrap="square" anchor="ctr" anchorCtr="1"/>
          <a:lstStyle/>
          <a:p>
            <a:pPr>
              <a:defRPr sz="1400" b="0" i="0" u="none" strike="noStrike" kern="1200" spc="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r>
              <a:rPr lang="en-US"/>
              <a:t>Weather Impact</a:t>
            </a:r>
          </a:p>
        </c:rich>
      </c:tx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400" b="0" i="0" u="none" strike="noStrike" kern="1200" spc="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en-US"/>
        </a:p>
      </c:txPr>
    </c:title>
    <c:autoTitleDeleted val="0"/>
    <c:pivotFmts>
      <c:pivotFmt>
        <c:idx val="0"/>
        <c:spPr>
          <a:solidFill>
            <a:schemeClr val="accent1"/>
          </a:solidFill>
          <a:ln>
            <a:noFill/>
          </a:ln>
          <a:effectLst/>
        </c:spPr>
        <c:marker>
          <c:symbol val="none"/>
        </c:marker>
        <c:dLbl>
          <c:idx val="0"/>
          <c:spPr>
            <a:noFill/>
            <a:ln>
              <a:noFill/>
            </a:ln>
            <a:effectLst/>
          </c:spPr>
          <c:txPr>
            <a:bodyPr rot="0" spcFirstLastPara="1" vertOverflow="ellipsis" vert="horz" wrap="square" lIns="38100" tIns="19050" rIns="38100" bIns="19050" anchor="ctr" anchorCtr="1">
              <a:spAutoFit/>
            </a:bodyPr>
            <a:lstStyle/>
            <a:p>
              <a:pPr>
                <a:defRPr sz="900" b="0" i="0" u="none" strike="noStrike" kern="1200" baseline="0">
                  <a:solidFill>
                    <a:schemeClr val="tx1">
                      <a:lumMod val="75000"/>
                      <a:lumOff val="25000"/>
                    </a:schemeClr>
                  </a:solidFill>
                  <a:latin typeface="+mn-lt"/>
                  <a:ea typeface="+mn-ea"/>
                  <a:cs typeface="+mn-cs"/>
                </a:defRPr>
              </a:pPr>
              <a:endParaRPr lang="en-US"/>
            </a:p>
          </c:txPr>
          <c:showLegendKey val="0"/>
          <c:showVal val="0"/>
          <c:showCatName val="0"/>
          <c:showSerName val="0"/>
          <c:showPercent val="0"/>
          <c:showBubbleSize val="0"/>
          <c:extLst>
            <c:ext xmlns:c15="http://schemas.microsoft.com/office/drawing/2012/chart" uri="{CE6537A1-D6FC-4f65-9D91-7224C49458BB}"/>
          </c:extLst>
        </c:dLbl>
      </c:pivotFmt>
      <c:pivotFmt>
        <c:idx val="1"/>
        <c:spPr>
          <a:solidFill>
            <a:schemeClr val="accent1"/>
          </a:solidFill>
          <a:ln>
            <a:noFill/>
          </a:ln>
          <a:effectLst/>
        </c:spPr>
        <c:marker>
          <c:symbol val="none"/>
        </c:marker>
        <c:dLbl>
          <c:idx val="0"/>
          <c:spPr>
            <a:noFill/>
            <a:ln>
              <a:noFill/>
            </a:ln>
            <a:effectLst/>
          </c:spPr>
          <c:txPr>
            <a:bodyPr rot="0" spcFirstLastPara="1" vertOverflow="ellipsis" vert="horz" wrap="square" lIns="38100" tIns="19050" rIns="38100" bIns="19050" anchor="ctr" anchorCtr="1">
              <a:spAutoFit/>
            </a:bodyPr>
            <a:lstStyle/>
            <a:p>
              <a:pPr>
                <a:defRPr sz="900" b="0" i="0" u="none" strike="noStrike" kern="1200" baseline="0">
                  <a:solidFill>
                    <a:schemeClr val="tx1">
                      <a:lumMod val="75000"/>
                      <a:lumOff val="25000"/>
                    </a:schemeClr>
                  </a:solidFill>
                  <a:latin typeface="+mn-lt"/>
                  <a:ea typeface="+mn-ea"/>
                  <a:cs typeface="+mn-cs"/>
                </a:defRPr>
              </a:pPr>
              <a:endParaRPr lang="en-US"/>
            </a:p>
          </c:txPr>
          <c:showLegendKey val="0"/>
          <c:showVal val="0"/>
          <c:showCatName val="0"/>
          <c:showSerName val="0"/>
          <c:showPercent val="0"/>
          <c:showBubbleSize val="0"/>
          <c:extLst>
            <c:ext xmlns:c15="http://schemas.microsoft.com/office/drawing/2012/chart" uri="{CE6537A1-D6FC-4f65-9D91-7224C49458BB}"/>
          </c:extLst>
        </c:dLbl>
      </c:pivotFmt>
      <c:pivotFmt>
        <c:idx val="2"/>
        <c:spPr>
          <a:solidFill>
            <a:schemeClr val="accent1"/>
          </a:solidFill>
          <a:ln>
            <a:noFill/>
          </a:ln>
          <a:effectLst/>
        </c:spPr>
        <c:marker>
          <c:symbol val="none"/>
        </c:marker>
        <c:dLbl>
          <c:idx val="0"/>
          <c:spPr>
            <a:noFill/>
            <a:ln>
              <a:noFill/>
            </a:ln>
            <a:effectLst/>
          </c:spPr>
          <c:txPr>
            <a:bodyPr rot="0" spcFirstLastPara="1" vertOverflow="ellipsis" vert="horz" wrap="square" lIns="38100" tIns="19050" rIns="38100" bIns="19050" anchor="ctr" anchorCtr="1">
              <a:spAutoFit/>
            </a:bodyPr>
            <a:lstStyle/>
            <a:p>
              <a:pPr>
                <a:defRPr sz="900" b="0" i="0" u="none" strike="noStrike" kern="1200" baseline="0">
                  <a:solidFill>
                    <a:schemeClr val="tx1">
                      <a:lumMod val="75000"/>
                      <a:lumOff val="25000"/>
                    </a:schemeClr>
                  </a:solidFill>
                  <a:latin typeface="+mn-lt"/>
                  <a:ea typeface="+mn-ea"/>
                  <a:cs typeface="+mn-cs"/>
                </a:defRPr>
              </a:pPr>
              <a:endParaRPr lang="en-US"/>
            </a:p>
          </c:txPr>
          <c:showLegendKey val="0"/>
          <c:showVal val="0"/>
          <c:showCatName val="0"/>
          <c:showSerName val="0"/>
          <c:showPercent val="0"/>
          <c:showBubbleSize val="0"/>
          <c:extLst>
            <c:ext xmlns:c15="http://schemas.microsoft.com/office/drawing/2012/chart" uri="{CE6537A1-D6FC-4f65-9D91-7224C49458BB}"/>
          </c:extLst>
        </c:dLbl>
      </c:pivotFmt>
      <c:pivotFmt>
        <c:idx val="3"/>
        <c:spPr>
          <a:solidFill>
            <a:schemeClr val="accent1"/>
          </a:solidFill>
          <a:ln>
            <a:noFill/>
          </a:ln>
          <a:effectLst/>
        </c:spPr>
        <c:marker>
          <c:symbol val="none"/>
        </c:marker>
        <c:dLbl>
          <c:idx val="0"/>
          <c:spPr>
            <a:noFill/>
            <a:ln>
              <a:noFill/>
            </a:ln>
            <a:effectLst/>
          </c:spPr>
          <c:txPr>
            <a:bodyPr rot="0" spcFirstLastPara="1" vertOverflow="ellipsis" vert="horz" wrap="square" lIns="38100" tIns="19050" rIns="38100" bIns="19050" anchor="ctr" anchorCtr="1">
              <a:spAutoFit/>
            </a:bodyPr>
            <a:lstStyle/>
            <a:p>
              <a:pPr>
                <a:defRPr sz="900" b="0" i="0" u="none" strike="noStrike" kern="1200" baseline="0">
                  <a:solidFill>
                    <a:schemeClr val="tx1">
                      <a:lumMod val="75000"/>
                      <a:lumOff val="25000"/>
                    </a:schemeClr>
                  </a:solidFill>
                  <a:latin typeface="+mn-lt"/>
                  <a:ea typeface="+mn-ea"/>
                  <a:cs typeface="+mn-cs"/>
                </a:defRPr>
              </a:pPr>
              <a:endParaRPr lang="en-US"/>
            </a:p>
          </c:txPr>
          <c:showLegendKey val="0"/>
          <c:showVal val="0"/>
          <c:showCatName val="0"/>
          <c:showSerName val="0"/>
          <c:showPercent val="0"/>
          <c:showBubbleSize val="0"/>
          <c:extLst>
            <c:ext xmlns:c15="http://schemas.microsoft.com/office/drawing/2012/chart" uri="{CE6537A1-D6FC-4f65-9D91-7224C49458BB}"/>
          </c:extLst>
        </c:dLbl>
      </c:pivotFmt>
      <c:pivotFmt>
        <c:idx val="4"/>
        <c:spPr>
          <a:solidFill>
            <a:schemeClr val="accent1"/>
          </a:solidFill>
          <a:ln>
            <a:noFill/>
          </a:ln>
          <a:effectLst/>
        </c:spPr>
        <c:marker>
          <c:symbol val="none"/>
        </c:marker>
        <c:dLbl>
          <c:idx val="0"/>
          <c:spPr>
            <a:noFill/>
            <a:ln>
              <a:noFill/>
            </a:ln>
            <a:effectLst/>
          </c:spPr>
          <c:txPr>
            <a:bodyPr rot="0" spcFirstLastPara="1" vertOverflow="ellipsis" vert="horz" wrap="square" lIns="38100" tIns="19050" rIns="38100" bIns="19050" anchor="ctr" anchorCtr="1">
              <a:spAutoFit/>
            </a:bodyPr>
            <a:lstStyle/>
            <a:p>
              <a:pPr>
                <a:defRPr sz="900" b="0" i="0" u="none" strike="noStrike" kern="1200" baseline="0">
                  <a:solidFill>
                    <a:schemeClr val="tx1">
                      <a:lumMod val="75000"/>
                      <a:lumOff val="25000"/>
                    </a:schemeClr>
                  </a:solidFill>
                  <a:latin typeface="+mn-lt"/>
                  <a:ea typeface="+mn-ea"/>
                  <a:cs typeface="+mn-cs"/>
                </a:defRPr>
              </a:pPr>
              <a:endParaRPr lang="en-US"/>
            </a:p>
          </c:txPr>
          <c:showLegendKey val="0"/>
          <c:showVal val="0"/>
          <c:showCatName val="0"/>
          <c:showSerName val="0"/>
          <c:showPercent val="0"/>
          <c:showBubbleSize val="0"/>
          <c:extLst>
            <c:ext xmlns:c15="http://schemas.microsoft.com/office/drawing/2012/chart" uri="{CE6537A1-D6FC-4f65-9D91-7224C49458BB}"/>
          </c:extLst>
        </c:dLbl>
      </c:pivotFmt>
    </c:pivotFmts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'Pivot Tables'!$B$11</c:f>
              <c:strCache>
                <c:ptCount val="1"/>
                <c:pt idx="0">
                  <c:v>Total</c:v>
                </c:pt>
              </c:strCache>
            </c:strRef>
          </c:tx>
          <c:spPr>
            <a:solidFill>
              <a:schemeClr val="accent1"/>
            </a:solidFill>
            <a:ln>
              <a:noFill/>
            </a:ln>
            <a:effectLst/>
          </c:spPr>
          <c:invertIfNegative val="0"/>
          <c:cat>
            <c:strRef>
              <c:f>'Pivot Tables'!$A$12:$A$15</c:f>
              <c:strCache>
                <c:ptCount val="4"/>
                <c:pt idx="0">
                  <c:v>Clear</c:v>
                </c:pt>
                <c:pt idx="1">
                  <c:v>Dark Sky</c:v>
                </c:pt>
                <c:pt idx="2">
                  <c:v>Heavy Rain</c:v>
                </c:pt>
                <c:pt idx="3">
                  <c:v>Mist</c:v>
                </c:pt>
              </c:strCache>
            </c:strRef>
          </c:cat>
          <c:val>
            <c:numRef>
              <c:f>'Pivot Tables'!$B$12:$B$15</c:f>
              <c:numCache>
                <c:formatCode>0</c:formatCode>
                <c:ptCount val="4"/>
                <c:pt idx="0">
                  <c:v>37373</c:v>
                </c:pt>
                <c:pt idx="1">
                  <c:v>2789</c:v>
                </c:pt>
                <c:pt idx="2">
                  <c:v>36</c:v>
                </c:pt>
                <c:pt idx="3">
                  <c:v>18106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992B-440C-B708-93BB0D688D4E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219"/>
        <c:overlap val="-27"/>
        <c:axId val="1018623952"/>
        <c:axId val="1018623472"/>
      </c:barChart>
      <c:catAx>
        <c:axId val="1018623952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9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1018623472"/>
        <c:crosses val="autoZero"/>
        <c:auto val="1"/>
        <c:lblAlgn val="ctr"/>
        <c:lblOffset val="100"/>
        <c:noMultiLvlLbl val="0"/>
      </c:catAx>
      <c:valAx>
        <c:axId val="1018623472"/>
        <c:scaling>
          <c:orientation val="minMax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0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9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1018623952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r"/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900" b="0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en-US"/>
        </a:p>
      </c:txPr>
    </c:legend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n-US"/>
    </a:p>
  </c:txPr>
  <c:externalData r:id="rId3">
    <c:autoUpdate val="0"/>
  </c:externalData>
  <c:extLst>
    <c:ext xmlns:c14="http://schemas.microsoft.com/office/drawing/2007/8/2/chart" uri="{781A3756-C4B2-4CAC-9D66-4F8BD8637D16}">
      <c14:pivotOptions>
        <c14:dropZoneFilter val="1"/>
        <c14:dropZoneCategories val="1"/>
        <c14:dropZoneData val="1"/>
        <c14:dropZoneSeries val="1"/>
      </c14:pivotOptions>
    </c:ext>
    <c:ext xmlns:c16="http://schemas.microsoft.com/office/drawing/2014/chart" uri="{E28EC0CA-F0BB-4C9C-879D-F8772B89E7AC}">
      <c16:pivotOptions16>
        <c16:showExpandCollapseFieldButtons val="1"/>
      </c16:pivotOptions16>
    </c:ext>
  </c:extLst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pivotSource>
    <c:name>[final_sheet.xlsx]Pivot Tables!PivotTable11</c:name>
    <c:fmtId val="-1"/>
  </c:pivotSource>
  <c:chart>
    <c:title>
      <c:tx>
        <c:rich>
          <a:bodyPr rot="0" spcFirstLastPara="1" vertOverflow="ellipsis" vert="horz" wrap="square" anchor="ctr" anchorCtr="1"/>
          <a:lstStyle/>
          <a:p>
            <a:pPr>
              <a:defRPr sz="1800" b="1" i="0" u="none" strike="noStrike" kern="1200" baseline="0">
                <a:solidFill>
                  <a:schemeClr val="dk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pPr>
            <a:r>
              <a:rPr lang="en-US"/>
              <a:t>Casual vs Registered</a:t>
            </a:r>
          </a:p>
        </c:rich>
      </c:tx>
      <c:layout>
        <c:manualLayout>
          <c:xMode val="edge"/>
          <c:yMode val="edge"/>
          <c:x val="3.0985132694178148E-2"/>
          <c:y val="2.7797081306462822E-2"/>
        </c:manualLayout>
      </c:layout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800" b="1" i="0" u="none" strike="noStrike" kern="1200" baseline="0">
              <a:solidFill>
                <a:schemeClr val="dk1">
                  <a:lumMod val="75000"/>
                  <a:lumOff val="25000"/>
                </a:schemeClr>
              </a:solidFill>
              <a:latin typeface="+mn-lt"/>
              <a:ea typeface="+mn-ea"/>
              <a:cs typeface="+mn-cs"/>
            </a:defRPr>
          </a:pPr>
          <a:endParaRPr lang="en-US"/>
        </a:p>
      </c:txPr>
    </c:title>
    <c:autoTitleDeleted val="0"/>
    <c:pivotFmts>
      <c:pivotFmt>
        <c:idx val="0"/>
        <c:dLbl>
          <c:idx val="0"/>
          <c:showLegendKey val="0"/>
          <c:showVal val="0"/>
          <c:showCatName val="0"/>
          <c:showSerName val="0"/>
          <c:showPercent val="0"/>
          <c:showBubbleSize val="0"/>
          <c:extLst>
            <c:ext xmlns:c15="http://schemas.microsoft.com/office/drawing/2012/chart" uri="{CE6537A1-D6FC-4f65-9D91-7224C49458BB}"/>
          </c:extLst>
        </c:dLbl>
      </c:pivotFmt>
      <c:pivotFmt>
        <c:idx val="1"/>
        <c:dLbl>
          <c:idx val="0"/>
          <c:showLegendKey val="0"/>
          <c:showVal val="0"/>
          <c:showCatName val="0"/>
          <c:showSerName val="0"/>
          <c:showPercent val="0"/>
          <c:showBubbleSize val="0"/>
          <c:extLst>
            <c:ext xmlns:c15="http://schemas.microsoft.com/office/drawing/2012/chart" uri="{CE6537A1-D6FC-4f65-9D91-7224C49458BB}"/>
          </c:extLst>
        </c:dLbl>
      </c:pivotFmt>
      <c:pivotFmt>
        <c:idx val="2"/>
      </c:pivotFmt>
      <c:pivotFmt>
        <c:idx val="3"/>
      </c:pivotFmt>
      <c:pivotFmt>
        <c:idx val="4"/>
        <c:spPr>
          <a:solidFill>
            <a:schemeClr val="accent1"/>
          </a:solidFill>
          <a:ln>
            <a:noFill/>
          </a:ln>
          <a:effectLst>
            <a:outerShdw blurRad="254000" sx="102000" sy="102000" algn="ctr" rotWithShape="0">
              <a:prstClr val="black">
                <a:alpha val="20000"/>
              </a:prstClr>
            </a:outerShdw>
          </a:effectLst>
        </c:spPr>
        <c:marker>
          <c:symbol val="none"/>
        </c:marker>
        <c:dLbl>
          <c:idx val="0"/>
          <c:spPr>
            <a:pattFill prst="pct75">
              <a:fgClr>
                <a:sysClr val="windowText" lastClr="000000">
                  <a:lumMod val="75000"/>
                  <a:lumOff val="25000"/>
                </a:sysClr>
              </a:fgClr>
              <a:bgClr>
                <a:sysClr val="windowText" lastClr="000000">
                  <a:lumMod val="65000"/>
                  <a:lumOff val="35000"/>
                </a:sysClr>
              </a:bgClr>
            </a:pattFill>
            <a:ln>
              <a:noFill/>
            </a:ln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c:spPr>
          <c:txPr>
            <a:bodyPr rot="0" spcFirstLastPara="1" vertOverflow="ellipsis" vert="horz" wrap="square" lIns="38100" tIns="19050" rIns="38100" bIns="19050" anchor="ctr" anchorCtr="1">
              <a:spAutoFit/>
            </a:bodyPr>
            <a:lstStyle/>
            <a:p>
              <a:pPr>
                <a:defRPr sz="1000" b="1" i="0" u="none" strike="noStrike" kern="1200" baseline="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pPr>
              <a:endParaRPr lang="en-US"/>
            </a:p>
          </c:txPr>
          <c:dLblPos val="ctr"/>
          <c:showLegendKey val="0"/>
          <c:showVal val="0"/>
          <c:showCatName val="0"/>
          <c:showSerName val="0"/>
          <c:showPercent val="1"/>
          <c:showBubbleSize val="0"/>
          <c:extLst>
            <c:ext xmlns:c15="http://schemas.microsoft.com/office/drawing/2012/chart" uri="{CE6537A1-D6FC-4f65-9D91-7224C49458BB}"/>
          </c:extLst>
        </c:dLbl>
      </c:pivotFmt>
      <c:pivotFmt>
        <c:idx val="5"/>
        <c:spPr>
          <a:solidFill>
            <a:schemeClr val="accent1"/>
          </a:solidFill>
          <a:ln>
            <a:noFill/>
          </a:ln>
          <a:effectLst>
            <a:outerShdw blurRad="254000" sx="102000" sy="102000" algn="ctr" rotWithShape="0">
              <a:prstClr val="black">
                <a:alpha val="20000"/>
              </a:prstClr>
            </a:outerShdw>
          </a:effectLst>
        </c:spPr>
      </c:pivotFmt>
      <c:pivotFmt>
        <c:idx val="6"/>
        <c:spPr>
          <a:solidFill>
            <a:schemeClr val="accent1"/>
          </a:solidFill>
          <a:ln>
            <a:noFill/>
          </a:ln>
          <a:effectLst>
            <a:outerShdw blurRad="254000" sx="102000" sy="102000" algn="ctr" rotWithShape="0">
              <a:prstClr val="black">
                <a:alpha val="20000"/>
              </a:prstClr>
            </a:outerShdw>
          </a:effectLst>
        </c:spPr>
      </c:pivotFmt>
      <c:pivotFmt>
        <c:idx val="7"/>
        <c:spPr>
          <a:solidFill>
            <a:schemeClr val="accent1"/>
          </a:solidFill>
          <a:ln>
            <a:noFill/>
          </a:ln>
          <a:effectLst>
            <a:outerShdw blurRad="254000" sx="102000" sy="102000" algn="ctr" rotWithShape="0">
              <a:prstClr val="black">
                <a:alpha val="20000"/>
              </a:prstClr>
            </a:outerShdw>
          </a:effectLst>
        </c:spPr>
        <c:marker>
          <c:symbol val="none"/>
        </c:marker>
        <c:dLbl>
          <c:idx val="0"/>
          <c:spPr>
            <a:pattFill prst="pct75">
              <a:fgClr>
                <a:sysClr val="windowText" lastClr="000000">
                  <a:lumMod val="75000"/>
                  <a:lumOff val="25000"/>
                </a:sysClr>
              </a:fgClr>
              <a:bgClr>
                <a:sysClr val="windowText" lastClr="000000">
                  <a:lumMod val="65000"/>
                  <a:lumOff val="35000"/>
                </a:sysClr>
              </a:bgClr>
            </a:pattFill>
            <a:ln>
              <a:noFill/>
            </a:ln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c:spPr>
          <c:txPr>
            <a:bodyPr rot="0" spcFirstLastPara="1" vertOverflow="ellipsis" vert="horz" wrap="square" lIns="38100" tIns="19050" rIns="38100" bIns="19050" anchor="ctr" anchorCtr="1">
              <a:spAutoFit/>
            </a:bodyPr>
            <a:lstStyle/>
            <a:p>
              <a:pPr>
                <a:defRPr sz="1000" b="1" i="0" u="none" strike="noStrike" kern="1200" baseline="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pPr>
              <a:endParaRPr lang="en-US"/>
            </a:p>
          </c:txPr>
          <c:dLblPos val="ctr"/>
          <c:showLegendKey val="0"/>
          <c:showVal val="0"/>
          <c:showCatName val="0"/>
          <c:showSerName val="0"/>
          <c:showPercent val="1"/>
          <c:showBubbleSize val="0"/>
          <c:extLst>
            <c:ext xmlns:c15="http://schemas.microsoft.com/office/drawing/2012/chart" uri="{CE6537A1-D6FC-4f65-9D91-7224C49458BB}"/>
          </c:extLst>
        </c:dLbl>
      </c:pivotFmt>
      <c:pivotFmt>
        <c:idx val="8"/>
        <c:spPr>
          <a:solidFill>
            <a:schemeClr val="accent1"/>
          </a:solidFill>
          <a:ln>
            <a:noFill/>
          </a:ln>
          <a:effectLst>
            <a:outerShdw blurRad="254000" sx="102000" sy="102000" algn="ctr" rotWithShape="0">
              <a:prstClr val="black">
                <a:alpha val="20000"/>
              </a:prstClr>
            </a:outerShdw>
          </a:effectLst>
        </c:spPr>
      </c:pivotFmt>
      <c:pivotFmt>
        <c:idx val="9"/>
        <c:spPr>
          <a:solidFill>
            <a:schemeClr val="accent1"/>
          </a:solidFill>
          <a:ln>
            <a:noFill/>
          </a:ln>
          <a:effectLst>
            <a:outerShdw blurRad="254000" sx="102000" sy="102000" algn="ctr" rotWithShape="0">
              <a:prstClr val="black">
                <a:alpha val="20000"/>
              </a:prstClr>
            </a:outerShdw>
          </a:effectLst>
        </c:spPr>
      </c:pivotFmt>
      <c:pivotFmt>
        <c:idx val="10"/>
        <c:spPr>
          <a:solidFill>
            <a:schemeClr val="accent1"/>
          </a:solidFill>
          <a:ln>
            <a:noFill/>
          </a:ln>
          <a:effectLst>
            <a:outerShdw blurRad="254000" sx="102000" sy="102000" algn="ctr" rotWithShape="0">
              <a:prstClr val="black">
                <a:alpha val="20000"/>
              </a:prstClr>
            </a:outerShdw>
          </a:effectLst>
        </c:spPr>
        <c:marker>
          <c:symbol val="none"/>
        </c:marker>
        <c:dLbl>
          <c:idx val="0"/>
          <c:spPr>
            <a:pattFill prst="pct75">
              <a:fgClr>
                <a:sysClr val="windowText" lastClr="000000">
                  <a:lumMod val="75000"/>
                  <a:lumOff val="25000"/>
                </a:sysClr>
              </a:fgClr>
              <a:bgClr>
                <a:sysClr val="windowText" lastClr="000000">
                  <a:lumMod val="65000"/>
                  <a:lumOff val="35000"/>
                </a:sysClr>
              </a:bgClr>
            </a:pattFill>
            <a:ln>
              <a:noFill/>
            </a:ln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c:spPr>
          <c:txPr>
            <a:bodyPr rot="0" spcFirstLastPara="1" vertOverflow="ellipsis" vert="horz" wrap="square" lIns="38100" tIns="19050" rIns="38100" bIns="19050" anchor="ctr" anchorCtr="1">
              <a:spAutoFit/>
            </a:bodyPr>
            <a:lstStyle/>
            <a:p>
              <a:pPr>
                <a:defRPr sz="1000" b="1" i="0" u="none" strike="noStrike" kern="1200" baseline="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pPr>
              <a:endParaRPr lang="en-US"/>
            </a:p>
          </c:txPr>
          <c:dLblPos val="ctr"/>
          <c:showLegendKey val="0"/>
          <c:showVal val="0"/>
          <c:showCatName val="0"/>
          <c:showSerName val="0"/>
          <c:showPercent val="1"/>
          <c:showBubbleSize val="0"/>
          <c:extLst>
            <c:ext xmlns:c15="http://schemas.microsoft.com/office/drawing/2012/chart" uri="{CE6537A1-D6FC-4f65-9D91-7224C49458BB}"/>
          </c:extLst>
        </c:dLbl>
      </c:pivotFmt>
      <c:pivotFmt>
        <c:idx val="11"/>
        <c:spPr>
          <a:solidFill>
            <a:schemeClr val="accent1"/>
          </a:solidFill>
          <a:ln>
            <a:noFill/>
          </a:ln>
          <a:effectLst>
            <a:outerShdw blurRad="254000" sx="102000" sy="102000" algn="ctr" rotWithShape="0">
              <a:prstClr val="black">
                <a:alpha val="20000"/>
              </a:prstClr>
            </a:outerShdw>
          </a:effectLst>
        </c:spPr>
      </c:pivotFmt>
      <c:pivotFmt>
        <c:idx val="12"/>
        <c:spPr>
          <a:solidFill>
            <a:schemeClr val="accent1"/>
          </a:solidFill>
          <a:ln>
            <a:noFill/>
          </a:ln>
          <a:effectLst>
            <a:outerShdw blurRad="254000" sx="102000" sy="102000" algn="ctr" rotWithShape="0">
              <a:prstClr val="black">
                <a:alpha val="20000"/>
              </a:prstClr>
            </a:outerShdw>
          </a:effectLst>
        </c:spPr>
      </c:pivotFmt>
    </c:pivotFmts>
    <c:plotArea>
      <c:layout/>
      <c:pieChart>
        <c:varyColors val="1"/>
        <c:ser>
          <c:idx val="0"/>
          <c:order val="0"/>
          <c:tx>
            <c:strRef>
              <c:f>'Pivot Tables'!$E$16</c:f>
              <c:strCache>
                <c:ptCount val="1"/>
                <c:pt idx="0">
                  <c:v>Total</c:v>
                </c:pt>
              </c:strCache>
            </c:strRef>
          </c:tx>
          <c:dPt>
            <c:idx val="0"/>
            <c:bubble3D val="0"/>
            <c:spPr>
              <a:solidFill>
                <a:schemeClr val="accent1"/>
              </a:solidFill>
              <a:ln>
                <a:noFill/>
              </a:ln>
              <a:effectLst>
                <a:outerShdw blurRad="254000" sx="102000" sy="102000" algn="ctr" rotWithShape="0">
                  <a:prstClr val="black">
                    <a:alpha val="20000"/>
                  </a:prstClr>
                </a:outerShdw>
              </a:effectLst>
            </c:spPr>
            <c:extLst>
              <c:ext xmlns:c16="http://schemas.microsoft.com/office/drawing/2014/chart" uri="{C3380CC4-5D6E-409C-BE32-E72D297353CC}">
                <c16:uniqueId val="{00000001-3678-4C4B-8C71-9F62FCA084C0}"/>
              </c:ext>
            </c:extLst>
          </c:dPt>
          <c:dPt>
            <c:idx val="1"/>
            <c:bubble3D val="0"/>
            <c:spPr>
              <a:solidFill>
                <a:schemeClr val="accent2"/>
              </a:solidFill>
              <a:ln>
                <a:noFill/>
              </a:ln>
              <a:effectLst>
                <a:outerShdw blurRad="254000" sx="102000" sy="102000" algn="ctr" rotWithShape="0">
                  <a:prstClr val="black">
                    <a:alpha val="20000"/>
                  </a:prstClr>
                </a:outerShdw>
              </a:effectLst>
            </c:spPr>
            <c:extLst>
              <c:ext xmlns:c16="http://schemas.microsoft.com/office/drawing/2014/chart" uri="{C3380CC4-5D6E-409C-BE32-E72D297353CC}">
                <c16:uniqueId val="{00000003-3678-4C4B-8C71-9F62FCA084C0}"/>
              </c:ext>
            </c:extLst>
          </c:dPt>
          <c:dLbls>
            <c:spPr>
              <a:pattFill prst="pct75">
                <a:fgClr>
                  <a:sysClr val="windowText" lastClr="000000">
                    <a:lumMod val="75000"/>
                    <a:lumOff val="25000"/>
                  </a:sysClr>
                </a:fgClr>
                <a:bgClr>
                  <a:sysClr val="windowText" lastClr="000000">
                    <a:lumMod val="65000"/>
                    <a:lumOff val="35000"/>
                  </a:sysClr>
                </a:bgClr>
              </a:pattFill>
              <a:ln>
                <a:noFill/>
              </a:ln>
              <a:effectLst>
                <a:outerShdw blurRad="50800" dist="38100" dir="2700000" algn="tl" rotWithShape="0">
                  <a:prstClr val="black">
                    <a:alpha val="40000"/>
                  </a:prstClr>
                </a:outerShdw>
              </a:effectLst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000" b="1" i="0" u="none" strike="noStrike" kern="1200" baseline="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pPr>
                <a:endParaRPr lang="en-US"/>
              </a:p>
            </c:txPr>
            <c:dLblPos val="ctr"/>
            <c:showLegendKey val="0"/>
            <c:showVal val="0"/>
            <c:showCatName val="0"/>
            <c:showSerName val="0"/>
            <c:showPercent val="1"/>
            <c:showBubbleSize val="0"/>
            <c:showLeaderLines val="1"/>
            <c:leaderLines>
              <c:spPr>
                <a:ln w="9525">
                  <a:solidFill>
                    <a:schemeClr val="dk1">
                      <a:lumMod val="50000"/>
                      <a:lumOff val="50000"/>
                    </a:schemeClr>
                  </a:solidFill>
                </a:ln>
                <a:effectLst/>
              </c:spPr>
            </c:leaderLines>
            <c:extLst>
              <c:ext xmlns:c15="http://schemas.microsoft.com/office/drawing/2012/chart" uri="{CE6537A1-D6FC-4f65-9D91-7224C49458BB}"/>
            </c:extLst>
          </c:dLbls>
          <c:cat>
            <c:strRef>
              <c:f>'Pivot Tables'!$D$17:$D$18</c:f>
              <c:strCache>
                <c:ptCount val="2"/>
                <c:pt idx="0">
                  <c:v>Sum of casual</c:v>
                </c:pt>
                <c:pt idx="1">
                  <c:v>Sum of registered</c:v>
                </c:pt>
              </c:strCache>
            </c:strRef>
          </c:cat>
          <c:val>
            <c:numRef>
              <c:f>'Pivot Tables'!$E$17:$E$18</c:f>
              <c:numCache>
                <c:formatCode>General</c:formatCode>
                <c:ptCount val="2"/>
                <c:pt idx="0">
                  <c:v>4921</c:v>
                </c:pt>
                <c:pt idx="1">
                  <c:v>53383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4-3678-4C4B-8C71-9F62FCA084C0}"/>
            </c:ext>
          </c:extLst>
        </c:ser>
        <c:dLbls>
          <c:dLblPos val="ctr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firstSliceAng val="0"/>
      </c:pieChart>
      <c:spPr>
        <a:noFill/>
        <a:ln>
          <a:noFill/>
        </a:ln>
        <a:effectLst/>
      </c:spPr>
    </c:plotArea>
    <c:legend>
      <c:legendPos val="r"/>
      <c:layout>
        <c:manualLayout>
          <c:xMode val="edge"/>
          <c:yMode val="edge"/>
          <c:x val="0.61698279917457699"/>
          <c:y val="0.12321677609815795"/>
          <c:w val="0.30566332269690777"/>
          <c:h val="0.14900766543254942"/>
        </c:manualLayout>
      </c:layout>
      <c:overlay val="0"/>
      <c:spPr>
        <a:solidFill>
          <a:schemeClr val="lt1">
            <a:lumMod val="95000"/>
            <a:alpha val="39000"/>
          </a:schemeClr>
        </a:solidFill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900" b="0" i="0" u="none" strike="noStrike" kern="1200" baseline="0">
              <a:solidFill>
                <a:schemeClr val="dk1">
                  <a:lumMod val="75000"/>
                  <a:lumOff val="25000"/>
                </a:schemeClr>
              </a:solidFill>
              <a:latin typeface="+mn-lt"/>
              <a:ea typeface="+mn-ea"/>
              <a:cs typeface="+mn-cs"/>
            </a:defRPr>
          </a:pPr>
          <a:endParaRPr lang="en-US"/>
        </a:p>
      </c:txPr>
    </c:legend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gradFill flip="none" rotWithShape="1">
      <a:gsLst>
        <a:gs pos="0">
          <a:schemeClr val="lt1"/>
        </a:gs>
        <a:gs pos="39000">
          <a:schemeClr val="lt1"/>
        </a:gs>
        <a:gs pos="100000">
          <a:schemeClr val="lt1">
            <a:lumMod val="75000"/>
          </a:schemeClr>
        </a:gs>
      </a:gsLst>
      <a:path path="circle">
        <a:fillToRect l="50000" t="-80000" r="50000" b="180000"/>
      </a:path>
      <a:tileRect/>
    </a:gradFill>
    <a:ln w="9525" cap="flat" cmpd="sng" algn="ctr">
      <a:solidFill>
        <a:schemeClr val="dk1">
          <a:lumMod val="25000"/>
          <a:lumOff val="75000"/>
        </a:schemeClr>
      </a:solidFill>
      <a:round/>
    </a:ln>
    <a:effectLst/>
  </c:spPr>
  <c:txPr>
    <a:bodyPr/>
    <a:lstStyle/>
    <a:p>
      <a:pPr>
        <a:defRPr/>
      </a:pPr>
      <a:endParaRPr lang="en-US"/>
    </a:p>
  </c:txPr>
  <c:externalData r:id="rId3">
    <c:autoUpdate val="0"/>
  </c:externalData>
  <c:extLst>
    <c:ext xmlns:c14="http://schemas.microsoft.com/office/drawing/2007/8/2/chart" uri="{781A3756-C4B2-4CAC-9D66-4F8BD8637D16}">
      <c14:pivotOptions>
        <c14:dropZoneFilter val="1"/>
        <c14:dropZoneCategories val="1"/>
        <c14:dropZoneData val="1"/>
        <c14:dropZoneSeries val="1"/>
      </c14:pivotOptions>
    </c:ext>
    <c:ext xmlns:c16="http://schemas.microsoft.com/office/drawing/2014/chart" uri="{E28EC0CA-F0BB-4C9C-879D-F8772B89E7AC}">
      <c16:pivotOptions16>
        <c16:showExpandCollapseFieldButtons val="1"/>
      </c16:pivotOptions16>
    </c:ext>
  </c:extLst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pivotSource>
    <c:name>[final_sheet.xlsx]Pivot Tables!PivotTable12</c:name>
    <c:fmtId val="-1"/>
  </c:pivotSource>
  <c:chart>
    <c:title>
      <c:tx>
        <c:rich>
          <a:bodyPr rot="0" spcFirstLastPara="1" vertOverflow="ellipsis" vert="horz" wrap="square" anchor="ctr" anchorCtr="1"/>
          <a:lstStyle/>
          <a:p>
            <a:pPr>
              <a:defRPr sz="1400" b="0" i="0" u="none" strike="noStrike" kern="1200" spc="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r>
              <a:rPr lang="en-US"/>
              <a:t>Weekday vs Weekend</a:t>
            </a:r>
          </a:p>
        </c:rich>
      </c:tx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400" b="0" i="0" u="none" strike="noStrike" kern="1200" spc="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en-US"/>
        </a:p>
      </c:txPr>
    </c:title>
    <c:autoTitleDeleted val="0"/>
    <c:pivotFmts>
      <c:pivotFmt>
        <c:idx val="0"/>
        <c:spPr>
          <a:solidFill>
            <a:schemeClr val="accent1"/>
          </a:solidFill>
          <a:ln>
            <a:noFill/>
          </a:ln>
          <a:effectLst/>
        </c:spPr>
        <c:marker>
          <c:symbol val="none"/>
        </c:marker>
        <c:dLbl>
          <c:idx val="0"/>
          <c:spPr>
            <a:noFill/>
            <a:ln>
              <a:noFill/>
            </a:ln>
            <a:effectLst/>
          </c:spPr>
          <c:txPr>
            <a:bodyPr rot="0" spcFirstLastPara="1" vertOverflow="ellipsis" vert="horz" wrap="square" lIns="38100" tIns="19050" rIns="38100" bIns="19050" anchor="ctr" anchorCtr="1">
              <a:spAutoFit/>
            </a:bodyPr>
            <a:lstStyle/>
            <a:p>
              <a:pPr>
                <a:defRPr sz="900" b="0" i="0" u="none" strike="noStrike" kern="1200" baseline="0">
                  <a:solidFill>
                    <a:schemeClr val="tx1">
                      <a:lumMod val="75000"/>
                      <a:lumOff val="25000"/>
                    </a:schemeClr>
                  </a:solidFill>
                  <a:latin typeface="+mn-lt"/>
                  <a:ea typeface="+mn-ea"/>
                  <a:cs typeface="+mn-cs"/>
                </a:defRPr>
              </a:pPr>
              <a:endParaRPr lang="en-US"/>
            </a:p>
          </c:txPr>
          <c:showLegendKey val="0"/>
          <c:showVal val="0"/>
          <c:showCatName val="0"/>
          <c:showSerName val="0"/>
          <c:showPercent val="0"/>
          <c:showBubbleSize val="0"/>
          <c:extLst>
            <c:ext xmlns:c15="http://schemas.microsoft.com/office/drawing/2012/chart" uri="{CE6537A1-D6FC-4f65-9D91-7224C49458BB}"/>
          </c:extLst>
        </c:dLbl>
      </c:pivotFmt>
      <c:pivotFmt>
        <c:idx val="1"/>
        <c:spPr>
          <a:solidFill>
            <a:schemeClr val="accent1"/>
          </a:solidFill>
          <a:ln>
            <a:noFill/>
          </a:ln>
          <a:effectLst/>
        </c:spPr>
        <c:marker>
          <c:symbol val="none"/>
        </c:marker>
        <c:dLbl>
          <c:idx val="0"/>
          <c:spPr>
            <a:noFill/>
            <a:ln>
              <a:noFill/>
            </a:ln>
            <a:effectLst/>
          </c:spPr>
          <c:txPr>
            <a:bodyPr rot="0" spcFirstLastPara="1" vertOverflow="ellipsis" vert="horz" wrap="square" lIns="38100" tIns="19050" rIns="38100" bIns="19050" anchor="ctr" anchorCtr="1">
              <a:spAutoFit/>
            </a:bodyPr>
            <a:lstStyle/>
            <a:p>
              <a:pPr>
                <a:defRPr sz="900" b="0" i="0" u="none" strike="noStrike" kern="1200" baseline="0">
                  <a:solidFill>
                    <a:schemeClr val="tx1">
                      <a:lumMod val="75000"/>
                      <a:lumOff val="25000"/>
                    </a:schemeClr>
                  </a:solidFill>
                  <a:latin typeface="+mn-lt"/>
                  <a:ea typeface="+mn-ea"/>
                  <a:cs typeface="+mn-cs"/>
                </a:defRPr>
              </a:pPr>
              <a:endParaRPr lang="en-US"/>
            </a:p>
          </c:txPr>
          <c:showLegendKey val="0"/>
          <c:showVal val="0"/>
          <c:showCatName val="0"/>
          <c:showSerName val="0"/>
          <c:showPercent val="0"/>
          <c:showBubbleSize val="0"/>
          <c:extLst>
            <c:ext xmlns:c15="http://schemas.microsoft.com/office/drawing/2012/chart" uri="{CE6537A1-D6FC-4f65-9D91-7224C49458BB}"/>
          </c:extLst>
        </c:dLbl>
      </c:pivotFmt>
      <c:pivotFmt>
        <c:idx val="2"/>
        <c:spPr>
          <a:solidFill>
            <a:schemeClr val="accent1"/>
          </a:solidFill>
          <a:ln>
            <a:noFill/>
          </a:ln>
          <a:effectLst/>
        </c:spPr>
        <c:marker>
          <c:symbol val="none"/>
        </c:marker>
        <c:dLbl>
          <c:idx val="0"/>
          <c:spPr>
            <a:noFill/>
            <a:ln>
              <a:noFill/>
            </a:ln>
            <a:effectLst/>
          </c:spPr>
          <c:txPr>
            <a:bodyPr rot="0" spcFirstLastPara="1" vertOverflow="ellipsis" vert="horz" wrap="square" lIns="38100" tIns="19050" rIns="38100" bIns="19050" anchor="ctr" anchorCtr="1">
              <a:spAutoFit/>
            </a:bodyPr>
            <a:lstStyle/>
            <a:p>
              <a:pPr>
                <a:defRPr sz="900" b="0" i="0" u="none" strike="noStrike" kern="1200" baseline="0">
                  <a:solidFill>
                    <a:schemeClr val="tx1">
                      <a:lumMod val="75000"/>
                      <a:lumOff val="25000"/>
                    </a:schemeClr>
                  </a:solidFill>
                  <a:latin typeface="+mn-lt"/>
                  <a:ea typeface="+mn-ea"/>
                  <a:cs typeface="+mn-cs"/>
                </a:defRPr>
              </a:pPr>
              <a:endParaRPr lang="en-US"/>
            </a:p>
          </c:txPr>
          <c:showLegendKey val="0"/>
          <c:showVal val="0"/>
          <c:showCatName val="0"/>
          <c:showSerName val="0"/>
          <c:showPercent val="0"/>
          <c:showBubbleSize val="0"/>
          <c:extLst>
            <c:ext xmlns:c15="http://schemas.microsoft.com/office/drawing/2012/chart" uri="{CE6537A1-D6FC-4f65-9D91-7224C49458BB}"/>
          </c:extLst>
        </c:dLbl>
      </c:pivotFmt>
      <c:pivotFmt>
        <c:idx val="3"/>
        <c:spPr>
          <a:solidFill>
            <a:schemeClr val="accent1"/>
          </a:solidFill>
          <a:ln>
            <a:noFill/>
          </a:ln>
          <a:effectLst/>
        </c:spPr>
        <c:marker>
          <c:symbol val="none"/>
        </c:marker>
        <c:dLbl>
          <c:idx val="0"/>
          <c:spPr>
            <a:noFill/>
            <a:ln>
              <a:noFill/>
            </a:ln>
            <a:effectLst/>
          </c:spPr>
          <c:txPr>
            <a:bodyPr rot="0" spcFirstLastPara="1" vertOverflow="ellipsis" vert="horz" wrap="square" lIns="38100" tIns="19050" rIns="38100" bIns="19050" anchor="ctr" anchorCtr="1">
              <a:spAutoFit/>
            </a:bodyPr>
            <a:lstStyle/>
            <a:p>
              <a:pPr>
                <a:defRPr sz="900" b="0" i="0" u="none" strike="noStrike" kern="1200" baseline="0">
                  <a:solidFill>
                    <a:schemeClr val="tx1">
                      <a:lumMod val="75000"/>
                      <a:lumOff val="25000"/>
                    </a:schemeClr>
                  </a:solidFill>
                  <a:latin typeface="+mn-lt"/>
                  <a:ea typeface="+mn-ea"/>
                  <a:cs typeface="+mn-cs"/>
                </a:defRPr>
              </a:pPr>
              <a:endParaRPr lang="en-US"/>
            </a:p>
          </c:txPr>
          <c:showLegendKey val="0"/>
          <c:showVal val="0"/>
          <c:showCatName val="0"/>
          <c:showSerName val="0"/>
          <c:showPercent val="0"/>
          <c:showBubbleSize val="0"/>
          <c:extLst>
            <c:ext xmlns:c15="http://schemas.microsoft.com/office/drawing/2012/chart" uri="{CE6537A1-D6FC-4f65-9D91-7224C49458BB}"/>
          </c:extLst>
        </c:dLbl>
      </c:pivotFmt>
      <c:pivotFmt>
        <c:idx val="4"/>
        <c:spPr>
          <a:solidFill>
            <a:schemeClr val="accent1"/>
          </a:solidFill>
          <a:ln>
            <a:noFill/>
          </a:ln>
          <a:effectLst/>
        </c:spPr>
        <c:marker>
          <c:symbol val="none"/>
        </c:marker>
        <c:dLbl>
          <c:idx val="0"/>
          <c:spPr>
            <a:noFill/>
            <a:ln>
              <a:noFill/>
            </a:ln>
            <a:effectLst/>
          </c:spPr>
          <c:txPr>
            <a:bodyPr rot="0" spcFirstLastPara="1" vertOverflow="ellipsis" vert="horz" wrap="square" lIns="38100" tIns="19050" rIns="38100" bIns="19050" anchor="ctr" anchorCtr="1">
              <a:spAutoFit/>
            </a:bodyPr>
            <a:lstStyle/>
            <a:p>
              <a:pPr>
                <a:defRPr sz="900" b="0" i="0" u="none" strike="noStrike" kern="1200" baseline="0">
                  <a:solidFill>
                    <a:schemeClr val="tx1">
                      <a:lumMod val="75000"/>
                      <a:lumOff val="25000"/>
                    </a:schemeClr>
                  </a:solidFill>
                  <a:latin typeface="+mn-lt"/>
                  <a:ea typeface="+mn-ea"/>
                  <a:cs typeface="+mn-cs"/>
                </a:defRPr>
              </a:pPr>
              <a:endParaRPr lang="en-US"/>
            </a:p>
          </c:txPr>
          <c:showLegendKey val="0"/>
          <c:showVal val="0"/>
          <c:showCatName val="0"/>
          <c:showSerName val="0"/>
          <c:showPercent val="0"/>
          <c:showBubbleSize val="0"/>
          <c:extLst>
            <c:ext xmlns:c15="http://schemas.microsoft.com/office/drawing/2012/chart" uri="{CE6537A1-D6FC-4f65-9D91-7224C49458BB}"/>
          </c:extLst>
        </c:dLbl>
      </c:pivotFmt>
    </c:pivotFmts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'Pivot Tables'!$E$11</c:f>
              <c:strCache>
                <c:ptCount val="1"/>
                <c:pt idx="0">
                  <c:v>Total</c:v>
                </c:pt>
              </c:strCache>
            </c:strRef>
          </c:tx>
          <c:spPr>
            <a:solidFill>
              <a:schemeClr val="accent1"/>
            </a:solidFill>
            <a:ln>
              <a:noFill/>
            </a:ln>
            <a:effectLst/>
          </c:spPr>
          <c:invertIfNegative val="0"/>
          <c:cat>
            <c:strRef>
              <c:f>'Pivot Tables'!$D$12:$D$13</c:f>
              <c:strCache>
                <c:ptCount val="2"/>
                <c:pt idx="0">
                  <c:v>Weekday</c:v>
                </c:pt>
                <c:pt idx="1">
                  <c:v>Weekend</c:v>
                </c:pt>
              </c:strCache>
            </c:strRef>
          </c:cat>
          <c:val>
            <c:numRef>
              <c:f>'Pivot Tables'!$E$12:$E$13</c:f>
              <c:numCache>
                <c:formatCode>0</c:formatCode>
                <c:ptCount val="2"/>
                <c:pt idx="0">
                  <c:v>50556</c:v>
                </c:pt>
                <c:pt idx="1">
                  <c:v>7748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61A9-423C-8D88-BDA943D95715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219"/>
        <c:overlap val="-27"/>
        <c:axId val="1531110080"/>
        <c:axId val="1531124000"/>
      </c:barChart>
      <c:catAx>
        <c:axId val="1531110080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9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1531124000"/>
        <c:crosses val="autoZero"/>
        <c:auto val="1"/>
        <c:lblAlgn val="ctr"/>
        <c:lblOffset val="100"/>
        <c:noMultiLvlLbl val="0"/>
      </c:catAx>
      <c:valAx>
        <c:axId val="1531124000"/>
        <c:scaling>
          <c:orientation val="minMax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0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9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1531110080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r"/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900" b="0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en-US"/>
        </a:p>
      </c:txPr>
    </c:legend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n-US"/>
    </a:p>
  </c:txPr>
  <c:externalData r:id="rId3">
    <c:autoUpdate val="0"/>
  </c:externalData>
  <c:extLst>
    <c:ext xmlns:c14="http://schemas.microsoft.com/office/drawing/2007/8/2/chart" uri="{781A3756-C4B2-4CAC-9D66-4F8BD8637D16}">
      <c14:pivotOptions>
        <c14:dropZoneFilter val="1"/>
        <c14:dropZoneCategories val="1"/>
        <c14:dropZoneData val="1"/>
        <c14:dropZoneSeries val="1"/>
      </c14:pivotOptions>
    </c:ext>
    <c:ext xmlns:c16="http://schemas.microsoft.com/office/drawing/2014/chart" uri="{E28EC0CA-F0BB-4C9C-879D-F8772B89E7AC}">
      <c16:pivotOptions16>
        <c16:showExpandCollapseFieldButtons val="1"/>
      </c16:pivotOptions16>
    </c:ext>
  </c:extLst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pivotSource>
    <c:name>[final_sheet.xlsx]Pivot Tables!PivotTable13</c:name>
    <c:fmtId val="-1"/>
  </c:pivotSource>
  <c:chart>
    <c:title>
      <c:tx>
        <c:rich>
          <a:bodyPr rot="0" spcFirstLastPara="1" vertOverflow="ellipsis" vert="horz" wrap="square" anchor="ctr" anchorCtr="1"/>
          <a:lstStyle/>
          <a:p>
            <a:pPr>
              <a:defRPr sz="1400" b="0" i="0" u="none" strike="noStrike" kern="1200" spc="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r>
              <a:rPr lang="en-US"/>
              <a:t>Temp–Humidity Relationship</a:t>
            </a:r>
          </a:p>
        </c:rich>
      </c:tx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400" b="0" i="0" u="none" strike="noStrike" kern="1200" spc="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en-US"/>
        </a:p>
      </c:txPr>
    </c:title>
    <c:autoTitleDeleted val="0"/>
    <c:pivotFmts>
      <c:pivotFmt>
        <c:idx val="0"/>
        <c:spPr>
          <a:solidFill>
            <a:schemeClr val="accent1"/>
          </a:solidFill>
          <a:ln>
            <a:noFill/>
          </a:ln>
          <a:effectLst/>
        </c:spPr>
        <c:marker>
          <c:symbol val="none"/>
        </c:marker>
        <c:dLbl>
          <c:idx val="0"/>
          <c:spPr>
            <a:noFill/>
            <a:ln>
              <a:noFill/>
            </a:ln>
            <a:effectLst/>
          </c:spPr>
          <c:txPr>
            <a:bodyPr rot="0" spcFirstLastPara="1" vertOverflow="ellipsis" vert="horz" wrap="square" lIns="38100" tIns="19050" rIns="38100" bIns="19050" anchor="ctr" anchorCtr="1">
              <a:spAutoFit/>
            </a:bodyPr>
            <a:lstStyle/>
            <a:p>
              <a:pPr>
                <a:defRPr sz="900" b="0" i="0" u="none" strike="noStrike" kern="1200" baseline="0">
                  <a:solidFill>
                    <a:schemeClr val="tx1">
                      <a:lumMod val="75000"/>
                      <a:lumOff val="25000"/>
                    </a:schemeClr>
                  </a:solidFill>
                  <a:latin typeface="+mn-lt"/>
                  <a:ea typeface="+mn-ea"/>
                  <a:cs typeface="+mn-cs"/>
                </a:defRPr>
              </a:pPr>
              <a:endParaRPr lang="en-US"/>
            </a:p>
          </c:txPr>
          <c:showLegendKey val="0"/>
          <c:showVal val="0"/>
          <c:showCatName val="0"/>
          <c:showSerName val="0"/>
          <c:showPercent val="0"/>
          <c:showBubbleSize val="0"/>
          <c:extLst>
            <c:ext xmlns:c15="http://schemas.microsoft.com/office/drawing/2012/chart" uri="{CE6537A1-D6FC-4f65-9D91-7224C49458BB}"/>
          </c:extLst>
        </c:dLbl>
      </c:pivotFmt>
      <c:pivotFmt>
        <c:idx val="1"/>
        <c:spPr>
          <a:solidFill>
            <a:schemeClr val="accent1"/>
          </a:solidFill>
          <a:ln>
            <a:noFill/>
          </a:ln>
          <a:effectLst/>
        </c:spPr>
        <c:marker>
          <c:symbol val="none"/>
        </c:marker>
        <c:dLbl>
          <c:idx val="0"/>
          <c:spPr>
            <a:noFill/>
            <a:ln>
              <a:noFill/>
            </a:ln>
            <a:effectLst/>
          </c:spPr>
          <c:txPr>
            <a:bodyPr rot="0" spcFirstLastPara="1" vertOverflow="ellipsis" vert="horz" wrap="square" lIns="38100" tIns="19050" rIns="38100" bIns="19050" anchor="ctr" anchorCtr="1">
              <a:spAutoFit/>
            </a:bodyPr>
            <a:lstStyle/>
            <a:p>
              <a:pPr>
                <a:defRPr sz="900" b="0" i="0" u="none" strike="noStrike" kern="1200" baseline="0">
                  <a:solidFill>
                    <a:schemeClr val="tx1">
                      <a:lumMod val="75000"/>
                      <a:lumOff val="25000"/>
                    </a:schemeClr>
                  </a:solidFill>
                  <a:latin typeface="+mn-lt"/>
                  <a:ea typeface="+mn-ea"/>
                  <a:cs typeface="+mn-cs"/>
                </a:defRPr>
              </a:pPr>
              <a:endParaRPr lang="en-US"/>
            </a:p>
          </c:txPr>
          <c:showLegendKey val="0"/>
          <c:showVal val="0"/>
          <c:showCatName val="0"/>
          <c:showSerName val="0"/>
          <c:showPercent val="0"/>
          <c:showBubbleSize val="0"/>
          <c:extLst>
            <c:ext xmlns:c15="http://schemas.microsoft.com/office/drawing/2012/chart" uri="{CE6537A1-D6FC-4f65-9D91-7224C49458BB}"/>
          </c:extLst>
        </c:dLbl>
      </c:pivotFmt>
      <c:pivotFmt>
        <c:idx val="2"/>
        <c:spPr>
          <a:solidFill>
            <a:schemeClr val="accent1"/>
          </a:solidFill>
          <a:ln>
            <a:noFill/>
          </a:ln>
          <a:effectLst/>
        </c:spPr>
        <c:marker>
          <c:symbol val="none"/>
        </c:marker>
        <c:dLbl>
          <c:idx val="0"/>
          <c:spPr>
            <a:noFill/>
            <a:ln>
              <a:noFill/>
            </a:ln>
            <a:effectLst/>
          </c:spPr>
          <c:txPr>
            <a:bodyPr rot="0" spcFirstLastPara="1" vertOverflow="ellipsis" vert="horz" wrap="square" lIns="38100" tIns="19050" rIns="38100" bIns="19050" anchor="ctr" anchorCtr="1">
              <a:spAutoFit/>
            </a:bodyPr>
            <a:lstStyle/>
            <a:p>
              <a:pPr>
                <a:defRPr sz="900" b="0" i="0" u="none" strike="noStrike" kern="1200" baseline="0">
                  <a:solidFill>
                    <a:schemeClr val="tx1">
                      <a:lumMod val="75000"/>
                      <a:lumOff val="25000"/>
                    </a:schemeClr>
                  </a:solidFill>
                  <a:latin typeface="+mn-lt"/>
                  <a:ea typeface="+mn-ea"/>
                  <a:cs typeface="+mn-cs"/>
                </a:defRPr>
              </a:pPr>
              <a:endParaRPr lang="en-US"/>
            </a:p>
          </c:txPr>
          <c:showLegendKey val="0"/>
          <c:showVal val="0"/>
          <c:showCatName val="0"/>
          <c:showSerName val="0"/>
          <c:showPercent val="0"/>
          <c:showBubbleSize val="0"/>
          <c:extLst>
            <c:ext xmlns:c15="http://schemas.microsoft.com/office/drawing/2012/chart" uri="{CE6537A1-D6FC-4f65-9D91-7224C49458BB}"/>
          </c:extLst>
        </c:dLbl>
      </c:pivotFmt>
      <c:pivotFmt>
        <c:idx val="3"/>
        <c:spPr>
          <a:solidFill>
            <a:schemeClr val="accent1"/>
          </a:solidFill>
          <a:ln>
            <a:noFill/>
          </a:ln>
          <a:effectLst/>
        </c:spPr>
        <c:marker>
          <c:symbol val="none"/>
        </c:marker>
        <c:dLbl>
          <c:idx val="0"/>
          <c:spPr>
            <a:noFill/>
            <a:ln>
              <a:noFill/>
            </a:ln>
            <a:effectLst/>
          </c:spPr>
          <c:txPr>
            <a:bodyPr rot="0" spcFirstLastPara="1" vertOverflow="ellipsis" vert="horz" wrap="square" lIns="38100" tIns="19050" rIns="38100" bIns="19050" anchor="ctr" anchorCtr="1">
              <a:spAutoFit/>
            </a:bodyPr>
            <a:lstStyle/>
            <a:p>
              <a:pPr>
                <a:defRPr sz="900" b="0" i="0" u="none" strike="noStrike" kern="1200" baseline="0">
                  <a:solidFill>
                    <a:schemeClr val="tx1">
                      <a:lumMod val="75000"/>
                      <a:lumOff val="25000"/>
                    </a:schemeClr>
                  </a:solidFill>
                  <a:latin typeface="+mn-lt"/>
                  <a:ea typeface="+mn-ea"/>
                  <a:cs typeface="+mn-cs"/>
                </a:defRPr>
              </a:pPr>
              <a:endParaRPr lang="en-US"/>
            </a:p>
          </c:txPr>
          <c:showLegendKey val="0"/>
          <c:showVal val="0"/>
          <c:showCatName val="0"/>
          <c:showSerName val="0"/>
          <c:showPercent val="0"/>
          <c:showBubbleSize val="0"/>
          <c:extLst>
            <c:ext xmlns:c15="http://schemas.microsoft.com/office/drawing/2012/chart" uri="{CE6537A1-D6FC-4f65-9D91-7224C49458BB}"/>
          </c:extLst>
        </c:dLbl>
      </c:pivotFmt>
      <c:pivotFmt>
        <c:idx val="4"/>
        <c:spPr>
          <a:solidFill>
            <a:schemeClr val="accent1"/>
          </a:solidFill>
          <a:ln>
            <a:noFill/>
          </a:ln>
          <a:effectLst/>
        </c:spPr>
        <c:marker>
          <c:symbol val="none"/>
        </c:marker>
        <c:dLbl>
          <c:idx val="0"/>
          <c:spPr>
            <a:noFill/>
            <a:ln>
              <a:noFill/>
            </a:ln>
            <a:effectLst/>
          </c:spPr>
          <c:txPr>
            <a:bodyPr rot="0" spcFirstLastPara="1" vertOverflow="ellipsis" vert="horz" wrap="square" lIns="38100" tIns="19050" rIns="38100" bIns="19050" anchor="ctr" anchorCtr="1">
              <a:spAutoFit/>
            </a:bodyPr>
            <a:lstStyle/>
            <a:p>
              <a:pPr>
                <a:defRPr sz="900" b="0" i="0" u="none" strike="noStrike" kern="1200" baseline="0">
                  <a:solidFill>
                    <a:schemeClr val="tx1">
                      <a:lumMod val="75000"/>
                      <a:lumOff val="25000"/>
                    </a:schemeClr>
                  </a:solidFill>
                  <a:latin typeface="+mn-lt"/>
                  <a:ea typeface="+mn-ea"/>
                  <a:cs typeface="+mn-cs"/>
                </a:defRPr>
              </a:pPr>
              <a:endParaRPr lang="en-US"/>
            </a:p>
          </c:txPr>
          <c:showLegendKey val="0"/>
          <c:showVal val="0"/>
          <c:showCatName val="0"/>
          <c:showSerName val="0"/>
          <c:showPercent val="0"/>
          <c:showBubbleSize val="0"/>
          <c:extLst>
            <c:ext xmlns:c15="http://schemas.microsoft.com/office/drawing/2012/chart" uri="{CE6537A1-D6FC-4f65-9D91-7224C49458BB}"/>
          </c:extLst>
        </c:dLbl>
      </c:pivotFmt>
      <c:pivotFmt>
        <c:idx val="5"/>
        <c:spPr>
          <a:solidFill>
            <a:schemeClr val="accent1"/>
          </a:solidFill>
          <a:ln>
            <a:noFill/>
          </a:ln>
          <a:effectLst/>
        </c:spPr>
        <c:marker>
          <c:symbol val="none"/>
        </c:marker>
        <c:dLbl>
          <c:idx val="0"/>
          <c:spPr>
            <a:noFill/>
            <a:ln>
              <a:noFill/>
            </a:ln>
            <a:effectLst/>
          </c:spPr>
          <c:txPr>
            <a:bodyPr rot="0" spcFirstLastPara="1" vertOverflow="ellipsis" vert="horz" wrap="square" lIns="38100" tIns="19050" rIns="38100" bIns="19050" anchor="ctr" anchorCtr="1">
              <a:spAutoFit/>
            </a:bodyPr>
            <a:lstStyle/>
            <a:p>
              <a:pPr>
                <a:defRPr sz="900" b="0" i="0" u="none" strike="noStrike" kern="1200" baseline="0">
                  <a:solidFill>
                    <a:schemeClr val="tx1">
                      <a:lumMod val="75000"/>
                      <a:lumOff val="25000"/>
                    </a:schemeClr>
                  </a:solidFill>
                  <a:latin typeface="+mn-lt"/>
                  <a:ea typeface="+mn-ea"/>
                  <a:cs typeface="+mn-cs"/>
                </a:defRPr>
              </a:pPr>
              <a:endParaRPr lang="en-US"/>
            </a:p>
          </c:txPr>
          <c:showLegendKey val="0"/>
          <c:showVal val="0"/>
          <c:showCatName val="0"/>
          <c:showSerName val="0"/>
          <c:showPercent val="0"/>
          <c:showBubbleSize val="0"/>
          <c:extLst>
            <c:ext xmlns:c15="http://schemas.microsoft.com/office/drawing/2012/chart" uri="{CE6537A1-D6FC-4f65-9D91-7224C49458BB}"/>
          </c:extLst>
        </c:dLbl>
      </c:pivotFmt>
      <c:pivotFmt>
        <c:idx val="6"/>
        <c:spPr>
          <a:solidFill>
            <a:schemeClr val="accent1"/>
          </a:solidFill>
          <a:ln>
            <a:noFill/>
          </a:ln>
          <a:effectLst/>
        </c:spPr>
        <c:marker>
          <c:symbol val="none"/>
        </c:marker>
        <c:dLbl>
          <c:idx val="0"/>
          <c:spPr>
            <a:noFill/>
            <a:ln>
              <a:noFill/>
            </a:ln>
            <a:effectLst/>
          </c:spPr>
          <c:txPr>
            <a:bodyPr rot="0" spcFirstLastPara="1" vertOverflow="ellipsis" vert="horz" wrap="square" lIns="38100" tIns="19050" rIns="38100" bIns="19050" anchor="ctr" anchorCtr="1">
              <a:spAutoFit/>
            </a:bodyPr>
            <a:lstStyle/>
            <a:p>
              <a:pPr>
                <a:defRPr sz="900" b="0" i="0" u="none" strike="noStrike" kern="1200" baseline="0">
                  <a:solidFill>
                    <a:schemeClr val="tx1">
                      <a:lumMod val="75000"/>
                      <a:lumOff val="25000"/>
                    </a:schemeClr>
                  </a:solidFill>
                  <a:latin typeface="+mn-lt"/>
                  <a:ea typeface="+mn-ea"/>
                  <a:cs typeface="+mn-cs"/>
                </a:defRPr>
              </a:pPr>
              <a:endParaRPr lang="en-US"/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extLst>
            <c:ext xmlns:c15="http://schemas.microsoft.com/office/drawing/2012/chart" uri="{CE6537A1-D6FC-4f65-9D91-7224C49458BB}"/>
          </c:extLst>
        </c:dLbl>
      </c:pivotFmt>
      <c:pivotFmt>
        <c:idx val="7"/>
        <c:spPr>
          <a:solidFill>
            <a:schemeClr val="accent1"/>
          </a:solidFill>
          <a:ln>
            <a:noFill/>
          </a:ln>
          <a:effectLst/>
        </c:spPr>
        <c:marker>
          <c:symbol val="none"/>
        </c:marker>
        <c:dLbl>
          <c:idx val="0"/>
          <c:spPr>
            <a:noFill/>
            <a:ln>
              <a:noFill/>
            </a:ln>
            <a:effectLst/>
          </c:spPr>
          <c:txPr>
            <a:bodyPr rot="0" spcFirstLastPara="1" vertOverflow="ellipsis" vert="horz" wrap="square" lIns="38100" tIns="19050" rIns="38100" bIns="19050" anchor="ctr" anchorCtr="1">
              <a:spAutoFit/>
            </a:bodyPr>
            <a:lstStyle/>
            <a:p>
              <a:pPr>
                <a:defRPr sz="900" b="0" i="0" u="none" strike="noStrike" kern="1200" baseline="0">
                  <a:solidFill>
                    <a:schemeClr val="tx1">
                      <a:lumMod val="75000"/>
                      <a:lumOff val="25000"/>
                    </a:schemeClr>
                  </a:solidFill>
                  <a:latin typeface="+mn-lt"/>
                  <a:ea typeface="+mn-ea"/>
                  <a:cs typeface="+mn-cs"/>
                </a:defRPr>
              </a:pPr>
              <a:endParaRPr lang="en-US"/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extLst>
            <c:ext xmlns:c15="http://schemas.microsoft.com/office/drawing/2012/chart" uri="{CE6537A1-D6FC-4f65-9D91-7224C49458BB}"/>
          </c:extLst>
        </c:dLbl>
      </c:pivotFmt>
      <c:pivotFmt>
        <c:idx val="8"/>
        <c:spPr>
          <a:solidFill>
            <a:schemeClr val="accent1"/>
          </a:solidFill>
          <a:ln>
            <a:noFill/>
          </a:ln>
          <a:effectLst/>
        </c:spPr>
        <c:marker>
          <c:symbol val="none"/>
        </c:marker>
        <c:dLbl>
          <c:idx val="0"/>
          <c:spPr>
            <a:noFill/>
            <a:ln>
              <a:noFill/>
            </a:ln>
            <a:effectLst/>
          </c:spPr>
          <c:txPr>
            <a:bodyPr rot="0" spcFirstLastPara="1" vertOverflow="ellipsis" vert="horz" wrap="square" lIns="38100" tIns="19050" rIns="38100" bIns="19050" anchor="ctr" anchorCtr="1">
              <a:spAutoFit/>
            </a:bodyPr>
            <a:lstStyle/>
            <a:p>
              <a:pPr>
                <a:defRPr sz="900" b="0" i="0" u="none" strike="noStrike" kern="1200" baseline="0">
                  <a:solidFill>
                    <a:schemeClr val="tx1">
                      <a:lumMod val="75000"/>
                      <a:lumOff val="25000"/>
                    </a:schemeClr>
                  </a:solidFill>
                  <a:latin typeface="+mn-lt"/>
                  <a:ea typeface="+mn-ea"/>
                  <a:cs typeface="+mn-cs"/>
                </a:defRPr>
              </a:pPr>
              <a:endParaRPr lang="en-US"/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extLst>
            <c:ext xmlns:c15="http://schemas.microsoft.com/office/drawing/2012/chart" uri="{CE6537A1-D6FC-4f65-9D91-7224C49458BB}"/>
          </c:extLst>
        </c:dLbl>
      </c:pivotFmt>
      <c:pivotFmt>
        <c:idx val="9"/>
        <c:spPr>
          <a:solidFill>
            <a:schemeClr val="accent1"/>
          </a:solidFill>
          <a:ln>
            <a:noFill/>
          </a:ln>
          <a:effectLst/>
        </c:spPr>
        <c:marker>
          <c:symbol val="none"/>
        </c:marker>
        <c:dLbl>
          <c:idx val="0"/>
          <c:spPr>
            <a:noFill/>
            <a:ln>
              <a:noFill/>
            </a:ln>
            <a:effectLst/>
          </c:spPr>
          <c:txPr>
            <a:bodyPr rot="0" spcFirstLastPara="1" vertOverflow="ellipsis" vert="horz" wrap="square" lIns="38100" tIns="19050" rIns="38100" bIns="19050" anchor="ctr" anchorCtr="1">
              <a:spAutoFit/>
            </a:bodyPr>
            <a:lstStyle/>
            <a:p>
              <a:pPr>
                <a:defRPr sz="900" b="0" i="0" u="none" strike="noStrike" kern="1200" baseline="0">
                  <a:solidFill>
                    <a:schemeClr val="tx1">
                      <a:lumMod val="75000"/>
                      <a:lumOff val="25000"/>
                    </a:schemeClr>
                  </a:solidFill>
                  <a:latin typeface="+mn-lt"/>
                  <a:ea typeface="+mn-ea"/>
                  <a:cs typeface="+mn-cs"/>
                </a:defRPr>
              </a:pPr>
              <a:endParaRPr lang="en-US"/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extLst>
            <c:ext xmlns:c15="http://schemas.microsoft.com/office/drawing/2012/chart" uri="{CE6537A1-D6FC-4f65-9D91-7224C49458BB}"/>
          </c:extLst>
        </c:dLbl>
      </c:pivotFmt>
      <c:pivotFmt>
        <c:idx val="10"/>
        <c:spPr>
          <a:solidFill>
            <a:schemeClr val="accent1"/>
          </a:solidFill>
          <a:ln>
            <a:noFill/>
          </a:ln>
          <a:effectLst/>
        </c:spPr>
        <c:marker>
          <c:symbol val="none"/>
        </c:marker>
        <c:dLbl>
          <c:idx val="0"/>
          <c:spPr>
            <a:noFill/>
            <a:ln>
              <a:noFill/>
            </a:ln>
            <a:effectLst/>
          </c:spPr>
          <c:txPr>
            <a:bodyPr rot="0" spcFirstLastPara="1" vertOverflow="ellipsis" vert="horz" wrap="square" lIns="38100" tIns="19050" rIns="38100" bIns="19050" anchor="ctr" anchorCtr="1">
              <a:spAutoFit/>
            </a:bodyPr>
            <a:lstStyle/>
            <a:p>
              <a:pPr>
                <a:defRPr sz="900" b="0" i="0" u="none" strike="noStrike" kern="1200" baseline="0">
                  <a:solidFill>
                    <a:schemeClr val="tx1">
                      <a:lumMod val="75000"/>
                      <a:lumOff val="25000"/>
                    </a:schemeClr>
                  </a:solidFill>
                  <a:latin typeface="+mn-lt"/>
                  <a:ea typeface="+mn-ea"/>
                  <a:cs typeface="+mn-cs"/>
                </a:defRPr>
              </a:pPr>
              <a:endParaRPr lang="en-US"/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extLst>
            <c:ext xmlns:c15="http://schemas.microsoft.com/office/drawing/2012/chart" uri="{CE6537A1-D6FC-4f65-9D91-7224C49458BB}"/>
          </c:extLst>
        </c:dLbl>
      </c:pivotFmt>
      <c:pivotFmt>
        <c:idx val="11"/>
        <c:spPr>
          <a:solidFill>
            <a:schemeClr val="accent1"/>
          </a:solidFill>
          <a:ln>
            <a:noFill/>
          </a:ln>
          <a:effectLst/>
        </c:spPr>
        <c:marker>
          <c:symbol val="none"/>
        </c:marker>
        <c:dLbl>
          <c:idx val="0"/>
          <c:spPr>
            <a:noFill/>
            <a:ln>
              <a:noFill/>
            </a:ln>
            <a:effectLst/>
          </c:spPr>
          <c:txPr>
            <a:bodyPr rot="0" spcFirstLastPara="1" vertOverflow="ellipsis" vert="horz" wrap="square" lIns="38100" tIns="19050" rIns="38100" bIns="19050" anchor="ctr" anchorCtr="1">
              <a:spAutoFit/>
            </a:bodyPr>
            <a:lstStyle/>
            <a:p>
              <a:pPr>
                <a:defRPr sz="900" b="0" i="0" u="none" strike="noStrike" kern="1200" baseline="0">
                  <a:solidFill>
                    <a:schemeClr val="tx1">
                      <a:lumMod val="75000"/>
                      <a:lumOff val="25000"/>
                    </a:schemeClr>
                  </a:solidFill>
                  <a:latin typeface="+mn-lt"/>
                  <a:ea typeface="+mn-ea"/>
                  <a:cs typeface="+mn-cs"/>
                </a:defRPr>
              </a:pPr>
              <a:endParaRPr lang="en-US"/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extLst>
            <c:ext xmlns:c15="http://schemas.microsoft.com/office/drawing/2012/chart" uri="{CE6537A1-D6FC-4f65-9D91-7224C49458BB}"/>
          </c:extLst>
        </c:dLbl>
      </c:pivotFmt>
      <c:pivotFmt>
        <c:idx val="12"/>
        <c:spPr>
          <a:solidFill>
            <a:schemeClr val="accent1"/>
          </a:solidFill>
          <a:ln>
            <a:noFill/>
          </a:ln>
          <a:effectLst/>
        </c:spPr>
        <c:marker>
          <c:symbol val="none"/>
        </c:marker>
        <c:dLbl>
          <c:idx val="0"/>
          <c:spPr>
            <a:noFill/>
            <a:ln>
              <a:noFill/>
            </a:ln>
            <a:effectLst/>
          </c:spPr>
          <c:txPr>
            <a:bodyPr rot="0" spcFirstLastPara="1" vertOverflow="ellipsis" vert="horz" wrap="square" lIns="38100" tIns="19050" rIns="38100" bIns="19050" anchor="ctr" anchorCtr="1">
              <a:spAutoFit/>
            </a:bodyPr>
            <a:lstStyle/>
            <a:p>
              <a:pPr>
                <a:defRPr sz="900" b="0" i="0" u="none" strike="noStrike" kern="1200" baseline="0">
                  <a:solidFill>
                    <a:schemeClr val="tx1">
                      <a:lumMod val="75000"/>
                      <a:lumOff val="25000"/>
                    </a:schemeClr>
                  </a:solidFill>
                  <a:latin typeface="+mn-lt"/>
                  <a:ea typeface="+mn-ea"/>
                  <a:cs typeface="+mn-cs"/>
                </a:defRPr>
              </a:pPr>
              <a:endParaRPr lang="en-US"/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extLst>
            <c:ext xmlns:c15="http://schemas.microsoft.com/office/drawing/2012/chart" uri="{CE6537A1-D6FC-4f65-9D91-7224C49458BB}"/>
          </c:extLst>
        </c:dLbl>
      </c:pivotFmt>
      <c:pivotFmt>
        <c:idx val="13"/>
        <c:spPr>
          <a:solidFill>
            <a:schemeClr val="accent1"/>
          </a:solidFill>
          <a:ln>
            <a:noFill/>
          </a:ln>
          <a:effectLst/>
        </c:spPr>
        <c:marker>
          <c:symbol val="none"/>
        </c:marker>
        <c:dLbl>
          <c:idx val="0"/>
          <c:spPr>
            <a:noFill/>
            <a:ln>
              <a:noFill/>
            </a:ln>
            <a:effectLst/>
          </c:spPr>
          <c:txPr>
            <a:bodyPr rot="0" spcFirstLastPara="1" vertOverflow="ellipsis" vert="horz" wrap="square" lIns="38100" tIns="19050" rIns="38100" bIns="19050" anchor="ctr" anchorCtr="1">
              <a:spAutoFit/>
            </a:bodyPr>
            <a:lstStyle/>
            <a:p>
              <a:pPr>
                <a:defRPr sz="900" b="0" i="0" u="none" strike="noStrike" kern="1200" baseline="0">
                  <a:solidFill>
                    <a:schemeClr val="tx1">
                      <a:lumMod val="75000"/>
                      <a:lumOff val="25000"/>
                    </a:schemeClr>
                  </a:solidFill>
                  <a:latin typeface="+mn-lt"/>
                  <a:ea typeface="+mn-ea"/>
                  <a:cs typeface="+mn-cs"/>
                </a:defRPr>
              </a:pPr>
              <a:endParaRPr lang="en-US"/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extLst>
            <c:ext xmlns:c15="http://schemas.microsoft.com/office/drawing/2012/chart" uri="{CE6537A1-D6FC-4f65-9D91-7224C49458BB}"/>
          </c:extLst>
        </c:dLbl>
      </c:pivotFmt>
      <c:pivotFmt>
        <c:idx val="14"/>
        <c:spPr>
          <a:solidFill>
            <a:schemeClr val="accent1"/>
          </a:solidFill>
          <a:ln>
            <a:noFill/>
          </a:ln>
          <a:effectLst/>
        </c:spPr>
        <c:marker>
          <c:symbol val="none"/>
        </c:marker>
        <c:dLbl>
          <c:idx val="0"/>
          <c:spPr>
            <a:noFill/>
            <a:ln>
              <a:noFill/>
            </a:ln>
            <a:effectLst/>
          </c:spPr>
          <c:txPr>
            <a:bodyPr rot="0" spcFirstLastPara="1" vertOverflow="ellipsis" vert="horz" wrap="square" lIns="38100" tIns="19050" rIns="38100" bIns="19050" anchor="ctr" anchorCtr="1">
              <a:spAutoFit/>
            </a:bodyPr>
            <a:lstStyle/>
            <a:p>
              <a:pPr>
                <a:defRPr sz="900" b="0" i="0" u="none" strike="noStrike" kern="1200" baseline="0">
                  <a:solidFill>
                    <a:schemeClr val="tx1">
                      <a:lumMod val="75000"/>
                      <a:lumOff val="25000"/>
                    </a:schemeClr>
                  </a:solidFill>
                  <a:latin typeface="+mn-lt"/>
                  <a:ea typeface="+mn-ea"/>
                  <a:cs typeface="+mn-cs"/>
                </a:defRPr>
              </a:pPr>
              <a:endParaRPr lang="en-US"/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extLst>
            <c:ext xmlns:c15="http://schemas.microsoft.com/office/drawing/2012/chart" uri="{CE6537A1-D6FC-4f65-9D91-7224C49458BB}"/>
          </c:extLst>
        </c:dLbl>
      </c:pivotFmt>
    </c:pivotFmts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'Pivot Tables'!$E$4:$E$5</c:f>
              <c:strCache>
                <c:ptCount val="1"/>
                <c:pt idx="0">
                  <c:v>High</c:v>
                </c:pt>
              </c:strCache>
            </c:strRef>
          </c:tx>
          <c:spPr>
            <a:solidFill>
              <a:schemeClr val="accent1"/>
            </a:solidFill>
            <a:ln>
              <a:noFill/>
            </a:ln>
            <a:effectLst/>
          </c:spPr>
          <c:invertIfNegative val="0"/>
          <c:dLbls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900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endParaRPr lang="en-US"/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'Pivot Tables'!$D$6:$D$8</c:f>
              <c:strCache>
                <c:ptCount val="3"/>
                <c:pt idx="0">
                  <c:v>High</c:v>
                </c:pt>
                <c:pt idx="1">
                  <c:v>Low</c:v>
                </c:pt>
                <c:pt idx="2">
                  <c:v>Medium</c:v>
                </c:pt>
              </c:strCache>
            </c:strRef>
          </c:cat>
          <c:val>
            <c:numRef>
              <c:f>'Pivot Tables'!$E$6:$E$8</c:f>
              <c:numCache>
                <c:formatCode>0</c:formatCode>
                <c:ptCount val="3"/>
                <c:pt idx="0">
                  <c:v>1144</c:v>
                </c:pt>
                <c:pt idx="1">
                  <c:v>3457</c:v>
                </c:pt>
                <c:pt idx="2">
                  <c:v>6015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584F-41EF-BF6D-F16FDA932CD4}"/>
            </c:ext>
          </c:extLst>
        </c:ser>
        <c:ser>
          <c:idx val="1"/>
          <c:order val="1"/>
          <c:tx>
            <c:strRef>
              <c:f>'Pivot Tables'!$F$4:$F$5</c:f>
              <c:strCache>
                <c:ptCount val="1"/>
                <c:pt idx="0">
                  <c:v>Low</c:v>
                </c:pt>
              </c:strCache>
            </c:strRef>
          </c:tx>
          <c:spPr>
            <a:solidFill>
              <a:schemeClr val="accent2"/>
            </a:solidFill>
            <a:ln>
              <a:noFill/>
            </a:ln>
            <a:effectLst/>
          </c:spPr>
          <c:invertIfNegative val="0"/>
          <c:dLbls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900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endParaRPr lang="en-US"/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'Pivot Tables'!$D$6:$D$8</c:f>
              <c:strCache>
                <c:ptCount val="3"/>
                <c:pt idx="0">
                  <c:v>High</c:v>
                </c:pt>
                <c:pt idx="1">
                  <c:v>Low</c:v>
                </c:pt>
                <c:pt idx="2">
                  <c:v>Medium</c:v>
                </c:pt>
              </c:strCache>
            </c:strRef>
          </c:cat>
          <c:val>
            <c:numRef>
              <c:f>'Pivot Tables'!$F$6:$F$8</c:f>
              <c:numCache>
                <c:formatCode>0</c:formatCode>
                <c:ptCount val="3"/>
                <c:pt idx="0">
                  <c:v>3983</c:v>
                </c:pt>
                <c:pt idx="1">
                  <c:v>5259</c:v>
                </c:pt>
                <c:pt idx="2">
                  <c:v>12704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584F-41EF-BF6D-F16FDA932CD4}"/>
            </c:ext>
          </c:extLst>
        </c:ser>
        <c:ser>
          <c:idx val="2"/>
          <c:order val="2"/>
          <c:tx>
            <c:strRef>
              <c:f>'Pivot Tables'!$G$4:$G$5</c:f>
              <c:strCache>
                <c:ptCount val="1"/>
                <c:pt idx="0">
                  <c:v>Medium</c:v>
                </c:pt>
              </c:strCache>
            </c:strRef>
          </c:tx>
          <c:spPr>
            <a:solidFill>
              <a:schemeClr val="accent3"/>
            </a:solidFill>
            <a:ln>
              <a:noFill/>
            </a:ln>
            <a:effectLst/>
          </c:spPr>
          <c:invertIfNegative val="0"/>
          <c:dLbls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900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endParaRPr lang="en-US"/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'Pivot Tables'!$D$6:$D$8</c:f>
              <c:strCache>
                <c:ptCount val="3"/>
                <c:pt idx="0">
                  <c:v>High</c:v>
                </c:pt>
                <c:pt idx="1">
                  <c:v>Low</c:v>
                </c:pt>
                <c:pt idx="2">
                  <c:v>Medium</c:v>
                </c:pt>
              </c:strCache>
            </c:strRef>
          </c:cat>
          <c:val>
            <c:numRef>
              <c:f>'Pivot Tables'!$G$6:$G$8</c:f>
              <c:numCache>
                <c:formatCode>0</c:formatCode>
                <c:ptCount val="3"/>
                <c:pt idx="0">
                  <c:v>3142</c:v>
                </c:pt>
                <c:pt idx="1">
                  <c:v>7505</c:v>
                </c:pt>
                <c:pt idx="2">
                  <c:v>15095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2-584F-41EF-BF6D-F16FDA932CD4}"/>
            </c:ext>
          </c:extLst>
        </c:ser>
        <c:dLbls>
          <c:dLblPos val="outEnd"/>
          <c:showLegendKey val="0"/>
          <c:showVal val="1"/>
          <c:showCatName val="0"/>
          <c:showSerName val="0"/>
          <c:showPercent val="0"/>
          <c:showBubbleSize val="0"/>
        </c:dLbls>
        <c:gapWidth val="182"/>
        <c:axId val="1531140320"/>
        <c:axId val="1531138880"/>
      </c:barChart>
      <c:catAx>
        <c:axId val="1531140320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9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1531138880"/>
        <c:crosses val="autoZero"/>
        <c:auto val="1"/>
        <c:lblAlgn val="ctr"/>
        <c:lblOffset val="100"/>
        <c:noMultiLvlLbl val="0"/>
      </c:catAx>
      <c:valAx>
        <c:axId val="1531138880"/>
        <c:scaling>
          <c:orientation val="minMax"/>
        </c:scaling>
        <c:delete val="0"/>
        <c:axPos val="b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0" sourceLinked="1"/>
        <c:majorTickMark val="out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9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1531140320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r"/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900" b="0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en-US"/>
        </a:p>
      </c:txPr>
    </c:legend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n-US"/>
    </a:p>
  </c:txPr>
  <c:externalData r:id="rId3">
    <c:autoUpdate val="0"/>
  </c:externalData>
  <c:extLst>
    <c:ext xmlns:c14="http://schemas.microsoft.com/office/drawing/2007/8/2/chart" uri="{781A3756-C4B2-4CAC-9D66-4F8BD8637D16}">
      <c14:pivotOptions>
        <c14:dropZoneFilter val="1"/>
        <c14:dropZoneCategories val="1"/>
        <c14:dropZoneData val="1"/>
        <c14:dropZoneSeries val="1"/>
      </c14:pivotOptions>
    </c:ext>
    <c:ext xmlns:c16="http://schemas.microsoft.com/office/drawing/2014/chart" uri="{E28EC0CA-F0BB-4C9C-879D-F8772B89E7AC}">
      <c16:pivotOptions16>
        <c16:showExpandCollapseFieldButtons val="1"/>
      </c16:pivotOptions16>
    </c:ext>
  </c:extLst>
</c:chartSpace>
</file>

<file path=ppt/charts/colors1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2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3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4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5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style1.xml><?xml version="1.0" encoding="utf-8"?>
<cs:chartStyle xmlns:cs="http://schemas.microsoft.com/office/drawing/2012/chartStyle" xmlns:a="http://schemas.openxmlformats.org/drawingml/2006/main" id="227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00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00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900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900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  <cs:spPr>
      <a:solidFill>
        <a:schemeClr val="phClr"/>
      </a:solidFill>
    </cs:spPr>
  </cs:dataPoint>
  <cs:dataPoint3D>
    <cs:lnRef idx="0"/>
    <cs:fillRef idx="1">
      <cs:styleClr val="auto"/>
    </cs:fillRef>
    <cs:effectRef idx="0"/>
    <cs:fontRef idx="minor">
      <a:schemeClr val="tx1"/>
    </cs:fontRef>
    <cs:spPr>
      <a:solidFill>
        <a:schemeClr val="phClr"/>
      </a:solidFill>
    </cs:spPr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solidFill>
        <a:schemeClr val="phClr"/>
      </a:solidFill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400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2.xml><?xml version="1.0" encoding="utf-8"?>
<cs:chartStyle xmlns:cs="http://schemas.microsoft.com/office/drawing/2012/chartStyle" xmlns:a="http://schemas.openxmlformats.org/drawingml/2006/main" id="20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00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00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900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900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400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3.xml><?xml version="1.0" encoding="utf-8"?>
<cs:chartStyle xmlns:cs="http://schemas.microsoft.com/office/drawing/2012/chartStyle" xmlns:a="http://schemas.openxmlformats.org/drawingml/2006/main" id="253">
  <cs:axisTitle>
    <cs:lnRef idx="0"/>
    <cs:fillRef idx="0"/>
    <cs:effectRef idx="0"/>
    <cs:fontRef idx="minor">
      <a:schemeClr val="dk1">
        <a:lumMod val="75000"/>
        <a:lumOff val="25000"/>
      </a:schemeClr>
    </cs:fontRef>
    <cs:defRPr sz="900" b="1" kern="1200"/>
  </cs:axisTitle>
  <cs:categoryAxis>
    <cs:lnRef idx="0"/>
    <cs:fillRef idx="0"/>
    <cs:effectRef idx="0"/>
    <cs:fontRef idx="minor">
      <a:schemeClr val="dk1">
        <a:lumMod val="75000"/>
        <a:lumOff val="25000"/>
      </a:schemeClr>
    </cs:fontRef>
    <cs:spPr>
      <a:ln w="19050" cap="flat" cmpd="sng" algn="ctr">
        <a:solidFill>
          <a:schemeClr val="dk1">
            <a:lumMod val="75000"/>
            <a:lumOff val="25000"/>
          </a:schemeClr>
        </a:solidFill>
        <a:round/>
      </a:ln>
    </cs:spPr>
    <cs:defRPr sz="900" kern="1200" cap="all" baseline="0"/>
  </cs:categoryAxis>
  <cs:chartArea>
    <cs:lnRef idx="0"/>
    <cs:fillRef idx="0"/>
    <cs:effectRef idx="0"/>
    <cs:fontRef idx="minor">
      <a:schemeClr val="dk1"/>
    </cs:fontRef>
    <cs:spPr>
      <a:gradFill flip="none" rotWithShape="1">
        <a:gsLst>
          <a:gs pos="0">
            <a:schemeClr val="lt1"/>
          </a:gs>
          <a:gs pos="39000">
            <a:schemeClr val="lt1"/>
          </a:gs>
          <a:gs pos="100000">
            <a:schemeClr val="lt1">
              <a:lumMod val="75000"/>
            </a:schemeClr>
          </a:gs>
        </a:gsLst>
        <a:path path="circle">
          <a:fillToRect l="50000" t="-80000" r="50000" b="180000"/>
        </a:path>
        <a:tileRect/>
      </a:gradFill>
      <a:ln w="9525" cap="flat" cmpd="sng" algn="ctr">
        <a:solidFill>
          <a:schemeClr val="dk1">
            <a:lumMod val="25000"/>
            <a:lumOff val="75000"/>
          </a:schemeClr>
        </a:solidFill>
        <a:round/>
      </a:ln>
    </cs:spPr>
    <cs:defRPr sz="900" kern="1200"/>
  </cs:chartArea>
  <cs:dataLabel>
    <cs:lnRef idx="0"/>
    <cs:fillRef idx="0"/>
    <cs:effectRef idx="0"/>
    <cs:fontRef idx="minor">
      <a:schemeClr val="lt1"/>
    </cs:fontRef>
    <cs:spPr>
      <a:pattFill prst="pct75">
        <a:fgClr>
          <a:schemeClr val="dk1">
            <a:lumMod val="75000"/>
            <a:lumOff val="25000"/>
          </a:schemeClr>
        </a:fgClr>
        <a:bgClr>
          <a:schemeClr val="dk1">
            <a:lumMod val="65000"/>
            <a:lumOff val="35000"/>
          </a:schemeClr>
        </a:bgClr>
      </a:pattFill>
      <a:effectLst>
        <a:outerShdw blurRad="50800" dist="38100" dir="2700000" algn="tl" rotWithShape="0">
          <a:prstClr val="black">
            <a:alpha val="40000"/>
          </a:prstClr>
        </a:outerShdw>
      </a:effectLst>
    </cs:spPr>
    <cs:defRPr sz="1000" b="1" i="0" u="none" strike="noStrike" kern="1200" baseline="0"/>
  </cs:dataLabel>
  <cs:dataLabelCallout>
    <cs:lnRef idx="0"/>
    <cs:fillRef idx="0"/>
    <cs:effectRef idx="0"/>
    <cs:fontRef idx="minor">
      <a:schemeClr val="lt1"/>
    </cs:fontRef>
    <cs:spPr>
      <a:pattFill prst="pct75">
        <a:fgClr>
          <a:schemeClr val="dk1">
            <a:lumMod val="75000"/>
            <a:lumOff val="25000"/>
          </a:schemeClr>
        </a:fgClr>
        <a:bgClr>
          <a:schemeClr val="dk1">
            <a:lumMod val="65000"/>
            <a:lumOff val="35000"/>
          </a:schemeClr>
        </a:bgClr>
      </a:pattFill>
      <a:effectLst>
        <a:outerShdw blurRad="50800" dist="38100" dir="2700000" algn="tl" rotWithShape="0">
          <a:prstClr val="black">
            <a:alpha val="40000"/>
          </a:prstClr>
        </a:outerShdw>
      </a:effectLst>
    </cs:spPr>
    <cs:defRPr sz="1000" b="1" i="0" u="none" strike="noStrike" kern="1200" baseline="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0">
      <cs:styleClr val="auto"/>
    </cs:fillRef>
    <cs:effectRef idx="0"/>
    <cs:fontRef idx="minor">
      <a:schemeClr val="dk1"/>
    </cs:fontRef>
    <cs:spPr>
      <a:solidFill>
        <a:schemeClr val="phClr"/>
      </a:solidFill>
      <a:effectLst>
        <a:outerShdw blurRad="254000" sx="102000" sy="102000" algn="ctr" rotWithShape="0">
          <a:prstClr val="black">
            <a:alpha val="20000"/>
          </a:prstClr>
        </a:outerShdw>
      </a:effectLst>
    </cs:spPr>
  </cs:dataPoint>
  <cs:dataPoint3D>
    <cs:lnRef idx="0"/>
    <cs:fillRef idx="0">
      <cs:styleClr val="auto"/>
    </cs:fillRef>
    <cs:effectRef idx="0"/>
    <cs:fontRef idx="minor">
      <a:schemeClr val="dk1"/>
    </cs:fontRef>
    <cs:spPr>
      <a:solidFill>
        <a:schemeClr val="phClr"/>
      </a:solidFill>
      <a:effectLst>
        <a:outerShdw blurRad="254000" sx="102000" sy="102000" algn="ctr" rotWithShape="0">
          <a:prstClr val="black">
            <a:alpha val="20000"/>
          </a:prstClr>
        </a:outerShdw>
      </a:effectLst>
    </cs:spPr>
  </cs:dataPoint3D>
  <cs:dataPointLine>
    <cs:lnRef idx="0">
      <cs:styleClr val="auto"/>
    </cs:lnRef>
    <cs:fillRef idx="0"/>
    <cs:effectRef idx="0"/>
    <cs:fontRef idx="minor">
      <a:schemeClr val="dk1"/>
    </cs:fontRef>
    <cs:spPr>
      <a:ln w="31750" cap="rnd">
        <a:solidFill>
          <a:schemeClr val="phClr">
            <a:alpha val="85000"/>
          </a:schemeClr>
        </a:solidFill>
        <a:round/>
      </a:ln>
    </cs:spPr>
  </cs:dataPointLine>
  <cs:dataPointMarker>
    <cs:lnRef idx="0"/>
    <cs:fillRef idx="0">
      <cs:styleClr val="auto"/>
    </cs:fillRef>
    <cs:effectRef idx="0"/>
    <cs:fontRef idx="minor">
      <a:schemeClr val="dk1"/>
    </cs:fontRef>
    <cs:spPr>
      <a:solidFill>
        <a:schemeClr val="phClr">
          <a:alpha val="85000"/>
        </a:schemeClr>
      </a:solidFill>
    </cs:spPr>
  </cs:dataPointMarker>
  <cs:dataPointMarkerLayout symbol="circle" size="6"/>
  <cs:dataPointWireframe>
    <cs:lnRef idx="0">
      <cs:styleClr val="auto"/>
    </cs:lnRef>
    <cs:fillRef idx="0"/>
    <cs:effectRef idx="0"/>
    <cs:fontRef idx="minor">
      <a:schemeClr val="dk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dk1">
        <a:lumMod val="75000"/>
        <a:lumOff val="25000"/>
      </a:schemeClr>
    </cs:fontRef>
    <cs:spPr>
      <a:ln w="9525">
        <a:solidFill>
          <a:schemeClr val="dk1">
            <a:lumMod val="35000"/>
            <a:lumOff val="65000"/>
          </a:schemeClr>
        </a:solidFill>
      </a:ln>
    </cs:spPr>
    <cs:defRPr sz="900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50000"/>
          <a:lumOff val="50000"/>
        </a:schemeClr>
      </a:solidFill>
      <a:ln w="9525">
        <a:solidFill>
          <a:schemeClr val="dk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dk1"/>
    </cs:fontRef>
    <cs:spPr>
      <a:ln w="9525">
        <a:solidFill>
          <a:schemeClr val="dk1">
            <a:lumMod val="35000"/>
            <a:lumOff val="65000"/>
          </a:schemeClr>
        </a:solidFill>
        <a:prstDash val="dash"/>
      </a:ln>
    </cs:spPr>
  </cs:dropLine>
  <cs:errorBar>
    <cs:lnRef idx="0"/>
    <cs:fillRef idx="0"/>
    <cs:effectRef idx="0"/>
    <cs:fontRef idx="minor">
      <a:schemeClr val="dk1"/>
    </cs:fontRef>
    <cs:spPr>
      <a:ln w="9525">
        <a:solidFill>
          <a:schemeClr val="dk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dk1"/>
    </cs:fontRef>
  </cs:floor>
  <cs:gridlineMajor>
    <cs:lnRef idx="0"/>
    <cs:fillRef idx="0"/>
    <cs:effectRef idx="0"/>
    <cs:fontRef idx="minor">
      <a:schemeClr val="dk1"/>
    </cs:fontRef>
    <cs:spPr>
      <a:ln w="9525" cap="flat" cmpd="sng" algn="ctr">
        <a:gradFill>
          <a:gsLst>
            <a:gs pos="100000">
              <a:schemeClr val="dk1">
                <a:lumMod val="95000"/>
                <a:lumOff val="5000"/>
                <a:alpha val="42000"/>
              </a:schemeClr>
            </a:gs>
            <a:gs pos="0">
              <a:schemeClr val="lt1">
                <a:lumMod val="75000"/>
                <a:alpha val="36000"/>
              </a:schemeClr>
            </a:gs>
          </a:gsLst>
          <a:lin ang="5400000" scaled="0"/>
        </a:gradFill>
        <a:round/>
      </a:ln>
    </cs:spPr>
  </cs:gridlineMajor>
  <cs:gridlineMinor>
    <cs:lnRef idx="0"/>
    <cs:fillRef idx="0"/>
    <cs:effectRef idx="0"/>
    <cs:fontRef idx="minor">
      <a:schemeClr val="dk1"/>
    </cs:fontRef>
    <cs:spPr>
      <a:ln>
        <a:gradFill>
          <a:gsLst>
            <a:gs pos="100000">
              <a:schemeClr val="dk1">
                <a:lumMod val="95000"/>
                <a:lumOff val="5000"/>
                <a:alpha val="42000"/>
              </a:schemeClr>
            </a:gs>
            <a:gs pos="0">
              <a:schemeClr val="lt1">
                <a:lumMod val="75000"/>
                <a:alpha val="36000"/>
              </a:schemeClr>
            </a:gs>
          </a:gsLst>
          <a:lin ang="5400000" scaled="0"/>
        </a:gradFill>
      </a:ln>
    </cs:spPr>
  </cs:gridlineMinor>
  <cs:hiLoLine>
    <cs:lnRef idx="0"/>
    <cs:fillRef idx="0"/>
    <cs:effectRef idx="0"/>
    <cs:fontRef idx="minor">
      <a:schemeClr val="dk1"/>
    </cs:fontRef>
    <cs:spPr>
      <a:ln w="9525">
        <a:solidFill>
          <a:schemeClr val="dk1">
            <a:lumMod val="35000"/>
            <a:lumOff val="65000"/>
          </a:schemeClr>
        </a:solidFill>
        <a:prstDash val="dash"/>
      </a:ln>
    </cs:spPr>
  </cs:hiLoLine>
  <cs:leaderLine>
    <cs:lnRef idx="0"/>
    <cs:fillRef idx="0"/>
    <cs:effectRef idx="0"/>
    <cs:fontRef idx="minor">
      <a:schemeClr val="dk1"/>
    </cs:fontRef>
    <cs:spPr>
      <a:ln w="9525">
        <a:solidFill>
          <a:schemeClr val="dk1">
            <a:lumMod val="50000"/>
            <a:lumOff val="50000"/>
          </a:schemeClr>
        </a:solidFill>
      </a:ln>
    </cs:spPr>
  </cs:leaderLine>
  <cs:legend>
    <cs:lnRef idx="0"/>
    <cs:fillRef idx="0"/>
    <cs:effectRef idx="0"/>
    <cs:fontRef idx="minor">
      <a:schemeClr val="dk1">
        <a:lumMod val="75000"/>
        <a:lumOff val="25000"/>
      </a:schemeClr>
    </cs:fontRef>
    <cs:spPr>
      <a:solidFill>
        <a:schemeClr val="lt1">
          <a:lumMod val="95000"/>
          <a:alpha val="39000"/>
        </a:schemeClr>
      </a:solidFill>
    </cs:spPr>
    <cs:defRPr sz="900" kern="1200"/>
  </cs:legend>
  <cs:plotArea>
    <cs:lnRef idx="0"/>
    <cs:fillRef idx="0"/>
    <cs:effectRef idx="0"/>
    <cs:fontRef idx="minor">
      <a:schemeClr val="dk1"/>
    </cs:fontRef>
  </cs:plotArea>
  <cs:plotArea3D>
    <cs:lnRef idx="0"/>
    <cs:fillRef idx="0"/>
    <cs:effectRef idx="0"/>
    <cs:fontRef idx="minor">
      <a:schemeClr val="dk1"/>
    </cs:fontRef>
  </cs:plotArea3D>
  <cs:seriesAxis>
    <cs:lnRef idx="0"/>
    <cs:fillRef idx="0"/>
    <cs:effectRef idx="0"/>
    <cs:fontRef idx="minor">
      <a:schemeClr val="dk1">
        <a:lumMod val="75000"/>
        <a:lumOff val="25000"/>
      </a:schemeClr>
    </cs:fontRef>
    <cs:spPr>
      <a:ln w="31750" cap="flat" cmpd="sng" algn="ctr">
        <a:solidFill>
          <a:schemeClr val="dk1">
            <a:lumMod val="75000"/>
            <a:lumOff val="25000"/>
          </a:schemeClr>
        </a:solidFill>
        <a:round/>
      </a:ln>
    </cs:spPr>
    <cs:defRPr sz="900" kern="1200"/>
  </cs:seriesAxis>
  <cs:seriesLine>
    <cs:lnRef idx="0"/>
    <cs:fillRef idx="0"/>
    <cs:effectRef idx="0"/>
    <cs:fontRef idx="minor">
      <a:schemeClr val="dk1"/>
    </cs:fontRef>
    <cs:spPr>
      <a:ln w="9525">
        <a:solidFill>
          <a:schemeClr val="dk1">
            <a:lumMod val="50000"/>
            <a:lumOff val="50000"/>
          </a:schemeClr>
        </a:solidFill>
        <a:round/>
      </a:ln>
    </cs:spPr>
  </cs:seriesLine>
  <cs:title>
    <cs:lnRef idx="0"/>
    <cs:fillRef idx="0"/>
    <cs:effectRef idx="0"/>
    <cs:fontRef idx="minor">
      <a:schemeClr val="dk1">
        <a:lumMod val="75000"/>
        <a:lumOff val="25000"/>
      </a:schemeClr>
    </cs:fontRef>
    <cs:defRPr sz="1800" b="1" kern="1200" baseline="0"/>
  </cs:title>
  <cs:trendline>
    <cs:lnRef idx="0">
      <cs:styleClr val="auto"/>
    </cs:lnRef>
    <cs:fillRef idx="0"/>
    <cs:effectRef idx="0"/>
    <cs:fontRef idx="minor">
      <a:schemeClr val="dk1"/>
    </cs:fontRef>
    <cs:spPr>
      <a:ln w="19050" cap="rnd">
        <a:solidFill>
          <a:schemeClr val="phClr"/>
        </a:solidFill>
      </a:ln>
    </cs:spPr>
  </cs:trendline>
  <cs:trendlineLabel>
    <cs:lnRef idx="0"/>
    <cs:fillRef idx="0"/>
    <cs:effectRef idx="0"/>
    <cs:fontRef idx="minor">
      <a:schemeClr val="dk1">
        <a:lumMod val="75000"/>
        <a:lumOff val="25000"/>
      </a:schemeClr>
    </cs:fontRef>
    <cs:defRPr sz="900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dk1">
            <a:lumMod val="65000"/>
            <a:lumOff val="35000"/>
          </a:schemeClr>
        </a:solidFill>
      </a:ln>
    </cs:spPr>
  </cs:upBar>
  <cs:valueAxis>
    <cs:lnRef idx="0"/>
    <cs:fillRef idx="0"/>
    <cs:effectRef idx="0"/>
    <cs:fontRef idx="minor">
      <a:schemeClr val="dk1">
        <a:lumMod val="75000"/>
        <a:lumOff val="25000"/>
      </a:schemeClr>
    </cs:fontRef>
    <cs:spPr>
      <a:ln>
        <a:noFill/>
      </a:ln>
    </cs:spPr>
    <cs:defRPr sz="900" kern="1200"/>
  </cs:valueAxis>
  <cs:wall>
    <cs:lnRef idx="0"/>
    <cs:fillRef idx="0"/>
    <cs:effectRef idx="0"/>
    <cs:fontRef idx="minor">
      <a:schemeClr val="dk1"/>
    </cs:fontRef>
  </cs:wall>
</cs:chartStyle>
</file>

<file path=ppt/charts/style4.xml><?xml version="1.0" encoding="utf-8"?>
<cs:chartStyle xmlns:cs="http://schemas.microsoft.com/office/drawing/2012/chartStyle" xmlns:a="http://schemas.openxmlformats.org/drawingml/2006/main" id="20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00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00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900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900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400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5.xml><?xml version="1.0" encoding="utf-8"?>
<cs:chartStyle xmlns:cs="http://schemas.microsoft.com/office/drawing/2012/chartStyle" xmlns:a="http://schemas.openxmlformats.org/drawingml/2006/main" id="216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00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00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900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900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400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diagrams/_rels/data6.xml.rels><?xml version="1.0" encoding="UTF-8" standalone="yes"?>
<Relationships xmlns="http://schemas.openxmlformats.org/package/2006/relationships"><Relationship Id="rId8" Type="http://schemas.openxmlformats.org/officeDocument/2006/relationships/image" Target="../media/image11.svg"/><Relationship Id="rId3" Type="http://schemas.openxmlformats.org/officeDocument/2006/relationships/image" Target="../media/image6.png"/><Relationship Id="rId7" Type="http://schemas.openxmlformats.org/officeDocument/2006/relationships/image" Target="../media/image10.png"/><Relationship Id="rId2" Type="http://schemas.openxmlformats.org/officeDocument/2006/relationships/image" Target="../media/image5.svg"/><Relationship Id="rId1" Type="http://schemas.openxmlformats.org/officeDocument/2006/relationships/image" Target="../media/image4.png"/><Relationship Id="rId6" Type="http://schemas.openxmlformats.org/officeDocument/2006/relationships/image" Target="../media/image9.svg"/><Relationship Id="rId5" Type="http://schemas.openxmlformats.org/officeDocument/2006/relationships/image" Target="../media/image8.png"/><Relationship Id="rId4" Type="http://schemas.openxmlformats.org/officeDocument/2006/relationships/image" Target="../media/image7.svg"/></Relationships>
</file>

<file path=ppt/diagrams/_rels/drawing6.xml.rels><?xml version="1.0" encoding="UTF-8" standalone="yes"?>
<Relationships xmlns="http://schemas.openxmlformats.org/package/2006/relationships"><Relationship Id="rId8" Type="http://schemas.openxmlformats.org/officeDocument/2006/relationships/image" Target="../media/image11.svg"/><Relationship Id="rId3" Type="http://schemas.openxmlformats.org/officeDocument/2006/relationships/image" Target="../media/image6.png"/><Relationship Id="rId7" Type="http://schemas.openxmlformats.org/officeDocument/2006/relationships/image" Target="../media/image10.png"/><Relationship Id="rId2" Type="http://schemas.openxmlformats.org/officeDocument/2006/relationships/image" Target="../media/image5.svg"/><Relationship Id="rId1" Type="http://schemas.openxmlformats.org/officeDocument/2006/relationships/image" Target="../media/image4.png"/><Relationship Id="rId6" Type="http://schemas.openxmlformats.org/officeDocument/2006/relationships/image" Target="../media/image9.svg"/><Relationship Id="rId5" Type="http://schemas.openxmlformats.org/officeDocument/2006/relationships/image" Target="../media/image8.png"/><Relationship Id="rId4" Type="http://schemas.openxmlformats.org/officeDocument/2006/relationships/image" Target="../media/image7.svg"/></Relationships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accent0_3">
  <dgm:title val=""/>
  <dgm:desc val=""/>
  <dgm:catLst>
    <dgm:cat type="mainScheme" pri="10300"/>
  </dgm:catLst>
  <dgm:styleLbl name="node0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alignNode1">
    <dgm:fillClrLst meth="repeat">
      <a:schemeClr val="dk2"/>
    </dgm:fillClrLst>
    <dgm:linClrLst meth="repeat">
      <a:schemeClr val="dk2"/>
    </dgm:linClrLst>
    <dgm:effectClrLst/>
    <dgm:txLinClrLst/>
    <dgm:txFillClrLst/>
    <dgm:txEffectClrLst/>
  </dgm:styleLbl>
  <dgm:styleLbl name="node1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lnNode1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vennNode1">
    <dgm:fillClrLst meth="repeat">
      <a:schemeClr val="dk2">
        <a:alpha val="50000"/>
      </a:schemeClr>
    </dgm:fillClrLst>
    <dgm:linClrLst meth="repeat">
      <a:schemeClr val="lt2"/>
    </dgm:linClrLst>
    <dgm:effectClrLst/>
    <dgm:txLinClrLst/>
    <dgm:txFillClrLst/>
    <dgm:txEffectClrLst/>
  </dgm:styleLbl>
  <dgm:styleLbl name="node2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node3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node4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fgImgPlace1">
    <dgm:fillClrLst meth="repeat">
      <a:schemeClr val="dk2">
        <a:tint val="50000"/>
      </a:schemeClr>
    </dgm:fillClrLst>
    <dgm:linClrLst meth="repeat">
      <a:schemeClr val="lt2"/>
    </dgm:linClrLst>
    <dgm:effectClrLst/>
    <dgm:txLinClrLst/>
    <dgm:txFillClrLst meth="repeat">
      <a:schemeClr val="lt2"/>
    </dgm:txFillClrLst>
    <dgm:txEffectClrLst/>
  </dgm:styleLbl>
  <dgm:styleLbl name="alignImgPlace1">
    <dgm:fillClrLst meth="repeat">
      <a:schemeClr val="dk2">
        <a:tint val="50000"/>
      </a:schemeClr>
    </dgm:fillClrLst>
    <dgm:linClrLst meth="repeat">
      <a:schemeClr val="dk2">
        <a:shade val="80000"/>
      </a:schemeClr>
    </dgm:linClrLst>
    <dgm:effectClrLst/>
    <dgm:txLinClrLst/>
    <dgm:txFillClrLst meth="repeat">
      <a:schemeClr val="lt2"/>
    </dgm:txFillClrLst>
    <dgm:txEffectClrLst/>
  </dgm:styleLbl>
  <dgm:styleLbl name="bgImgPlace1">
    <dgm:fillClrLst meth="repeat">
      <a:schemeClr val="dk2">
        <a:tint val="50000"/>
      </a:schemeClr>
    </dgm:fillClrLst>
    <dgm:linClrLst meth="repeat">
      <a:schemeClr val="dk2">
        <a:shade val="80000"/>
      </a:schemeClr>
    </dgm:linClrLst>
    <dgm:effectClrLst/>
    <dgm:txLinClrLst/>
    <dgm:txFillClrLst meth="repeat">
      <a:schemeClr val="lt2"/>
    </dgm:txFillClrLst>
    <dgm:txEffectClrLst/>
  </dgm:styleLbl>
  <dgm:styleLbl name="sibTrans2D1">
    <dgm:fillClrLst meth="repeat">
      <a:schemeClr val="dk2">
        <a:tint val="60000"/>
      </a:schemeClr>
    </dgm:fillClrLst>
    <dgm:linClrLst meth="repeat">
      <a:schemeClr val="dk2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dk2">
        <a:tint val="60000"/>
      </a:schemeClr>
    </dgm:fillClrLst>
    <dgm:linClrLst meth="repeat">
      <a:schemeClr val="dk2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dk2">
        <a:tint val="60000"/>
      </a:schemeClr>
    </dgm:fillClrLst>
    <dgm:linClrLst meth="repeat">
      <a:schemeClr val="dk2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dk2"/>
    </dgm:fillClrLst>
    <dgm:linClrLst meth="repeat">
      <a:schemeClr val="dk2"/>
    </dgm:linClrLst>
    <dgm:effectClrLst/>
    <dgm:txLinClrLst/>
    <dgm:txFillClrLst meth="repeat">
      <a:schemeClr val="lt2"/>
    </dgm:txFillClrLst>
    <dgm:txEffectClrLst/>
  </dgm:styleLbl>
  <dgm:styleLbl name="callout">
    <dgm:fillClrLst meth="repeat">
      <a:schemeClr val="dk2"/>
    </dgm:fillClrLst>
    <dgm:linClrLst meth="repeat">
      <a:schemeClr val="dk2">
        <a:tint val="50000"/>
      </a:schemeClr>
    </dgm:linClrLst>
    <dgm:effectClrLst/>
    <dgm:txLinClrLst/>
    <dgm:txFillClrLst meth="repeat">
      <a:schemeClr val="lt2"/>
    </dgm:txFillClrLst>
    <dgm:txEffectClrLst/>
  </dgm:styleLbl>
  <dgm:styleLbl name="asst0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asst1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asst2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asst3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asst4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parChTrans2D1">
    <dgm:fillClrLst meth="repeat">
      <a:schemeClr val="dk2">
        <a:tint val="60000"/>
      </a:schemeClr>
    </dgm:fillClrLst>
    <dgm:linClrLst meth="repeat">
      <a:schemeClr val="dk2">
        <a:tint val="60000"/>
      </a:schemeClr>
    </dgm:linClrLst>
    <dgm:effectClrLst/>
    <dgm:txLinClrLst/>
    <dgm:txFillClrLst meth="repeat">
      <a:schemeClr val="lt2"/>
    </dgm:txFillClrLst>
    <dgm:txEffectClrLst/>
  </dgm:styleLbl>
  <dgm:styleLbl name="parChTrans2D2">
    <dgm:fillClrLst meth="repeat">
      <a:schemeClr val="dk2"/>
    </dgm:fillClrLst>
    <dgm:linClrLst meth="repeat">
      <a:schemeClr val="dk2"/>
    </dgm:linClrLst>
    <dgm:effectClrLst/>
    <dgm:txLinClrLst/>
    <dgm:txFillClrLst meth="repeat">
      <a:schemeClr val="lt2"/>
    </dgm:txFillClrLst>
    <dgm:txEffectClrLst/>
  </dgm:styleLbl>
  <dgm:styleLbl name="parChTrans2D3">
    <dgm:fillClrLst meth="repeat">
      <a:schemeClr val="dk2"/>
    </dgm:fillClrLst>
    <dgm:linClrLst meth="repeat">
      <a:schemeClr val="dk2"/>
    </dgm:linClrLst>
    <dgm:effectClrLst/>
    <dgm:txLinClrLst/>
    <dgm:txFillClrLst meth="repeat">
      <a:schemeClr val="lt2"/>
    </dgm:txFillClrLst>
    <dgm:txEffectClrLst/>
  </dgm:styleLbl>
  <dgm:styleLbl name="parChTrans2D4">
    <dgm:fillClrLst meth="repeat">
      <a:schemeClr val="dk2"/>
    </dgm:fillClrLst>
    <dgm:linClrLst meth="repeat">
      <a:schemeClr val="dk2"/>
    </dgm:linClrLst>
    <dgm:effectClrLst/>
    <dgm:txLinClrLst/>
    <dgm:txFillClrLst meth="repeat">
      <a:schemeClr val="lt2"/>
    </dgm:txFillClrLst>
    <dgm:txEffectClrLst/>
  </dgm:styleLbl>
  <dgm:styleLbl name="parChTrans1D1">
    <dgm:fillClrLst meth="repeat">
      <a:schemeClr val="dk2"/>
    </dgm:fillClrLst>
    <dgm:linClrLst meth="repeat">
      <a:schemeClr val="dk2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dk2"/>
    </dgm:fillClrLst>
    <dgm:linClrLst meth="repeat">
      <a:schemeClr val="dk2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dk2"/>
    </dgm:fillClrLst>
    <dgm:linClrLst meth="repeat">
      <a:schemeClr val="dk2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dk2"/>
    </dgm:fillClrLst>
    <dgm:linClrLst meth="repeat">
      <a:schemeClr val="dk2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2">
        <a:alpha val="9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2">
        <a:alpha val="9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2">
        <a:alpha val="9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2">
        <a:alpha val="4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2">
        <a:alpha val="9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2"/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2"/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2"/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dk2">
        <a:alpha val="90000"/>
        <a:tint val="40000"/>
      </a:schemeClr>
    </dgm:fillClrLst>
    <dgm:linClrLst meth="repeat">
      <a:schemeClr val="dk2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dk2">
        <a:alpha val="90000"/>
        <a:tint val="40000"/>
      </a:schemeClr>
    </dgm:fillClrLst>
    <dgm:linClrLst meth="repeat">
      <a:schemeClr val="dk2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dk2">
        <a:alpha val="90000"/>
        <a:tint val="40000"/>
      </a:schemeClr>
    </dgm:fillClrLst>
    <dgm:linClrLst meth="repeat">
      <a:schemeClr val="dk2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2">
        <a:alpha val="9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2">
        <a:alpha val="9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2">
        <a:alpha val="9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2">
        <a:alpha val="9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dk2">
        <a:tint val="4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dk2">
        <a:shade val="80000"/>
      </a:schemeClr>
    </dgm:fillClrLst>
    <dgm:linClrLst meth="repeat">
      <a:schemeClr val="dk2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dk2">
        <a:tint val="50000"/>
        <a:alpha val="40000"/>
      </a:schemeClr>
    </dgm:fillClrLst>
    <dgm:linClrLst meth="repeat">
      <a:schemeClr val="dk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dk2">
        <a:tint val="60000"/>
      </a:schemeClr>
    </dgm:fillClrLst>
    <dgm:linClrLst meth="repeat">
      <a:schemeClr val="lt2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2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2.xml><?xml version="1.0" encoding="utf-8"?>
<dgm:colorsDef xmlns:dgm="http://schemas.openxmlformats.org/drawingml/2006/diagram" xmlns:a="http://schemas.openxmlformats.org/drawingml/2006/main" uniqueId="urn:microsoft.com/office/officeart/2005/8/colors/colorful5">
  <dgm:title val=""/>
  <dgm:desc val=""/>
  <dgm:catLst>
    <dgm:cat type="colorful" pri="10500"/>
  </dgm:catLst>
  <dgm:styleLbl name="node0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node1">
    <dgm:fillClrLst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>
      <a:schemeClr val="accent5"/>
      <a:schemeClr val="accent6"/>
    </dgm:fillClrLst>
    <dgm:linClrLst>
      <a:schemeClr val="accent5"/>
      <a:schemeClr val="accent6"/>
    </dgm:linClrLst>
    <dgm:effectClrLst/>
    <dgm:txLinClrLst/>
    <dgm:txFillClrLst/>
    <dgm:txEffectClrLst/>
  </dgm:styleLbl>
  <dgm:styleLbl name="lnNode1">
    <dgm:fillClrLst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>
      <a:schemeClr val="accent5">
        <a:alpha val="50000"/>
      </a:schemeClr>
      <a:schemeClr val="accent6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>
      <a:schemeClr val="accent5">
        <a:tint val="50000"/>
      </a:schemeClr>
      <a:schemeClr val="accent6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5">
        <a:tint val="50000"/>
      </a:schemeClr>
      <a:schemeClr val="accent6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5">
        <a:tint val="50000"/>
      </a:schemeClr>
      <a:schemeClr val="accent6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fgSibTrans2D1">
    <dgm:fillClrLst>
      <a:schemeClr val="accent5"/>
      <a:schemeClr val="accent6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>
      <a:schemeClr val="accent5"/>
      <a:schemeClr val="accent6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/>
    <dgm:linClrLst>
      <a:schemeClr val="accent5"/>
      <a:schemeClr val="accent6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5"/>
    </dgm:fillClrLst>
    <dgm:linClrLst meth="repeat">
      <a:schemeClr val="accent5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5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1">
    <dgm:fillClrLst meth="repeat">
      <a:schemeClr val="accent6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2">
    <dgm:fillClrLst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1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5"/>
    </dgm:fillClrLst>
    <dgm:linClrLst meth="repeat">
      <a:schemeClr val="accent5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6">
        <a:tint val="90000"/>
      </a:schemeClr>
    </dgm:fillClrLst>
    <dgm:linClrLst meth="repeat">
      <a:schemeClr val="accent6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6">
        <a:tint val="70000"/>
      </a:schemeClr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6">
        <a:tint val="50000"/>
      </a:schemeClr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5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fgAccFollowNode1">
    <dgm:fillClrLst>
      <a:schemeClr val="accent5">
        <a:tint val="40000"/>
        <a:alpha val="90000"/>
      </a:schemeClr>
      <a:schemeClr val="accent6">
        <a:tint val="40000"/>
        <a:alpha val="90000"/>
      </a:schemeClr>
    </dgm:fillClrLst>
    <dgm:linClrLst>
      <a:schemeClr val="accent5">
        <a:tint val="40000"/>
        <a:alpha val="90000"/>
      </a:schemeClr>
      <a:schemeClr val="accent5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>
      <a:schemeClr val="accent5">
        <a:tint val="40000"/>
        <a:alpha val="90000"/>
      </a:schemeClr>
      <a:schemeClr val="accent6">
        <a:tint val="40000"/>
        <a:alpha val="90000"/>
      </a:schemeClr>
    </dgm:fillClrLst>
    <dgm:linClrLst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>
      <a:schemeClr val="accent5">
        <a:tint val="40000"/>
        <a:alpha val="90000"/>
      </a:schemeClr>
      <a:schemeClr val="accent6">
        <a:tint val="40000"/>
        <a:alpha val="90000"/>
      </a:schemeClr>
    </dgm:fillClrLst>
    <dgm:linClrLst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6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2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5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5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5">
        <a:tint val="50000"/>
        <a:alpha val="40000"/>
      </a:schemeClr>
    </dgm:fillClrLst>
    <dgm:linClrLst meth="repeat">
      <a:schemeClr val="accent5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5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3.xml><?xml version="1.0" encoding="utf-8"?>
<dgm:colorsDef xmlns:dgm="http://schemas.openxmlformats.org/drawingml/2006/diagram" xmlns:a="http://schemas.openxmlformats.org/drawingml/2006/main" uniqueId="urn:microsoft.com/office/officeart/2005/8/colors/colorful2">
  <dgm:title val=""/>
  <dgm:desc val=""/>
  <dgm:catLst>
    <dgm:cat type="colorful" pri="10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>
      <a:schemeClr val="accent2"/>
      <a:schemeClr val="accent3"/>
    </dgm:fillClrLst>
    <dgm:linClrLst>
      <a:schemeClr val="accent2"/>
      <a:schemeClr val="accent3"/>
    </dgm:linClrLst>
    <dgm:effectClrLst/>
    <dgm:txLinClrLst/>
    <dgm:txFillClrLst/>
    <dgm:txEffectClrLst/>
  </dgm:styleLbl>
  <dgm:styleLbl name="lnNode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>
      <a:schemeClr val="accent2">
        <a:alpha val="50000"/>
      </a:schemeClr>
      <a:schemeClr val="accent3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>
      <a:schemeClr val="accent2">
        <a:tint val="50000"/>
      </a:schemeClr>
      <a:schemeClr val="accent3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2">
        <a:tint val="50000"/>
      </a:schemeClr>
      <a:schemeClr val="accent3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2">
        <a:tint val="50000"/>
      </a:schemeClr>
      <a:schemeClr val="accent3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fg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/>
    <dgm:linClrLst>
      <a:schemeClr val="accent2"/>
      <a:schemeClr val="accent3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2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1">
    <dgm:fillClrLst meth="repeat">
      <a:schemeClr val="accent3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2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2">
        <a:tint val="90000"/>
      </a:schemeClr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2">
        <a:tint val="7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2">
        <a:tint val="50000"/>
      </a:schemeClr>
    </dgm:fillClrLst>
    <dgm:linClrLst meth="repeat">
      <a:schemeClr val="accent5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fg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3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5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2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2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2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4.xml><?xml version="1.0" encoding="utf-8"?>
<dgm:colorsDef xmlns:dgm="http://schemas.openxmlformats.org/drawingml/2006/diagram" xmlns:a="http://schemas.openxmlformats.org/drawingml/2006/main" uniqueId="urn:microsoft.com/office/officeart/2005/8/colors/colorful2">
  <dgm:title val=""/>
  <dgm:desc val=""/>
  <dgm:catLst>
    <dgm:cat type="colorful" pri="10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>
      <a:schemeClr val="accent2"/>
      <a:schemeClr val="accent3"/>
    </dgm:fillClrLst>
    <dgm:linClrLst>
      <a:schemeClr val="accent2"/>
      <a:schemeClr val="accent3"/>
    </dgm:linClrLst>
    <dgm:effectClrLst/>
    <dgm:txLinClrLst/>
    <dgm:txFillClrLst/>
    <dgm:txEffectClrLst/>
  </dgm:styleLbl>
  <dgm:styleLbl name="lnNode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>
      <a:schemeClr val="accent2">
        <a:alpha val="50000"/>
      </a:schemeClr>
      <a:schemeClr val="accent3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>
      <a:schemeClr val="accent2">
        <a:tint val="50000"/>
      </a:schemeClr>
      <a:schemeClr val="accent3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2">
        <a:tint val="50000"/>
      </a:schemeClr>
      <a:schemeClr val="accent3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2">
        <a:tint val="50000"/>
      </a:schemeClr>
      <a:schemeClr val="accent3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fg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/>
    <dgm:linClrLst>
      <a:schemeClr val="accent2"/>
      <a:schemeClr val="accent3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2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1">
    <dgm:fillClrLst meth="repeat">
      <a:schemeClr val="accent3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2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2">
        <a:tint val="90000"/>
      </a:schemeClr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2">
        <a:tint val="7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2">
        <a:tint val="50000"/>
      </a:schemeClr>
    </dgm:fillClrLst>
    <dgm:linClrLst meth="repeat">
      <a:schemeClr val="accent5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fg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3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5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2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2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2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5.xml><?xml version="1.0" encoding="utf-8"?>
<dgm:colorsDef xmlns:dgm="http://schemas.openxmlformats.org/drawingml/2006/diagram" xmlns:a="http://schemas.openxmlformats.org/drawingml/2006/main" uniqueId="urn:microsoft.com/office/officeart/2005/8/colors/colorful1">
  <dgm:title val=""/>
  <dgm:desc val=""/>
  <dgm:catLst>
    <dgm:cat type="colorful" pri="101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/>
    <dgm:txEffectClrLst/>
  </dgm:styleLbl>
  <dgm:styleLbl name="l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2">
        <a:alpha val="50000"/>
      </a:schemeClr>
      <a:schemeClr val="accent3">
        <a:alpha val="50000"/>
      </a:schemeClr>
      <a:schemeClr val="accent4">
        <a:alpha val="50000"/>
      </a:schemeClr>
      <a:schemeClr val="accent5">
        <a:alpha val="50000"/>
      </a:schemeClr>
      <a:schemeClr val="accent6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2">
        <a:tint val="50000"/>
      </a:schemeClr>
      <a:schemeClr val="accent3">
        <a:tint val="50000"/>
      </a:schemeClr>
      <a:schemeClr val="accent4">
        <a:tint val="50000"/>
      </a:schemeClr>
      <a:schemeClr val="accent5">
        <a:tint val="50000"/>
      </a:schemeClr>
      <a:schemeClr val="accent6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/>
    <dgm:txEffectClrLst/>
  </dgm:styleLbl>
  <dgm:styleLbl name="f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2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3">
        <a:tint val="90000"/>
      </a:schemeClr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4">
        <a:tint val="70000"/>
      </a:schemeClr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5">
        <a:tint val="5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2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3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2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2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6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07250B8D-6C13-4F70-8A00-1F67BFF2F850}" type="doc">
      <dgm:prSet loTypeId="urn:microsoft.com/office/officeart/2005/8/layout/hierarchy1" loCatId="hierarchy" qsTypeId="urn:microsoft.com/office/officeart/2005/8/quickstyle/simple1" qsCatId="simple" csTypeId="urn:microsoft.com/office/officeart/2005/8/colors/accent0_3" csCatId="mainScheme"/>
      <dgm:spPr/>
      <dgm:t>
        <a:bodyPr/>
        <a:lstStyle/>
        <a:p>
          <a:endParaRPr lang="en-US"/>
        </a:p>
      </dgm:t>
    </dgm:pt>
    <dgm:pt modelId="{52D563D8-C0B6-4791-A801-8690B8A9D8DF}">
      <dgm:prSet/>
      <dgm:spPr/>
      <dgm:t>
        <a:bodyPr/>
        <a:lstStyle/>
        <a:p>
          <a:r>
            <a:rPr lang="en-US"/>
            <a:t>Bike-sharing demand varies with time, weather, and user behavior.</a:t>
          </a:r>
        </a:p>
      </dgm:t>
    </dgm:pt>
    <dgm:pt modelId="{13AE6CDE-3C48-4FEB-9605-C064329EEFBD}" type="parTrans" cxnId="{58F8355C-84FA-40BA-95BF-2D3F79EFE7F1}">
      <dgm:prSet/>
      <dgm:spPr/>
      <dgm:t>
        <a:bodyPr/>
        <a:lstStyle/>
        <a:p>
          <a:endParaRPr lang="en-US"/>
        </a:p>
      </dgm:t>
    </dgm:pt>
    <dgm:pt modelId="{AB9F8A1D-D60A-428A-A8EC-D01A67820EDB}" type="sibTrans" cxnId="{58F8355C-84FA-40BA-95BF-2D3F79EFE7F1}">
      <dgm:prSet/>
      <dgm:spPr/>
      <dgm:t>
        <a:bodyPr/>
        <a:lstStyle/>
        <a:p>
          <a:endParaRPr lang="en-US"/>
        </a:p>
      </dgm:t>
    </dgm:pt>
    <dgm:pt modelId="{D53CBBB7-4BD0-46E9-955A-0074EFCBEBD8}">
      <dgm:prSet/>
      <dgm:spPr/>
      <dgm:t>
        <a:bodyPr/>
        <a:lstStyle/>
        <a:p>
          <a:r>
            <a:rPr lang="en-US"/>
            <a:t>Understanding these patterns is essential for operational and business planning.</a:t>
          </a:r>
        </a:p>
      </dgm:t>
    </dgm:pt>
    <dgm:pt modelId="{4160D445-5240-492F-B90E-226BA04CCBD0}" type="parTrans" cxnId="{314B4C10-69C6-4DC7-9CB2-47E7B295E575}">
      <dgm:prSet/>
      <dgm:spPr/>
      <dgm:t>
        <a:bodyPr/>
        <a:lstStyle/>
        <a:p>
          <a:endParaRPr lang="en-US"/>
        </a:p>
      </dgm:t>
    </dgm:pt>
    <dgm:pt modelId="{EB8F3C2B-7143-40C3-B2FD-31BA5D8492D5}" type="sibTrans" cxnId="{314B4C10-69C6-4DC7-9CB2-47E7B295E575}">
      <dgm:prSet/>
      <dgm:spPr/>
      <dgm:t>
        <a:bodyPr/>
        <a:lstStyle/>
        <a:p>
          <a:endParaRPr lang="en-US"/>
        </a:p>
      </dgm:t>
    </dgm:pt>
    <dgm:pt modelId="{3A81274B-839B-42E7-A58C-97CA7B9F4B0A}">
      <dgm:prSet/>
      <dgm:spPr/>
      <dgm:t>
        <a:bodyPr/>
        <a:lstStyle/>
        <a:p>
          <a:r>
            <a:rPr lang="en-US"/>
            <a:t>This project analyzes bike rental data using Excel to uncover demand trends and relationships.</a:t>
          </a:r>
        </a:p>
      </dgm:t>
    </dgm:pt>
    <dgm:pt modelId="{FC098245-9770-41E5-A862-96DE46D69600}" type="parTrans" cxnId="{3CC34894-DDC5-430E-AB95-24832D85134D}">
      <dgm:prSet/>
      <dgm:spPr/>
      <dgm:t>
        <a:bodyPr/>
        <a:lstStyle/>
        <a:p>
          <a:endParaRPr lang="en-US"/>
        </a:p>
      </dgm:t>
    </dgm:pt>
    <dgm:pt modelId="{56167B48-A4B0-4950-9A9E-964B7B8B35D6}" type="sibTrans" cxnId="{3CC34894-DDC5-430E-AB95-24832D85134D}">
      <dgm:prSet/>
      <dgm:spPr/>
      <dgm:t>
        <a:bodyPr/>
        <a:lstStyle/>
        <a:p>
          <a:endParaRPr lang="en-US"/>
        </a:p>
      </dgm:t>
    </dgm:pt>
    <dgm:pt modelId="{ECC5743B-E621-4B20-8032-C5F4B4BF8B92}" type="pres">
      <dgm:prSet presAssocID="{07250B8D-6C13-4F70-8A00-1F67BFF2F850}" presName="hierChild1" presStyleCnt="0">
        <dgm:presLayoutVars>
          <dgm:chPref val="1"/>
          <dgm:dir/>
          <dgm:animOne val="branch"/>
          <dgm:animLvl val="lvl"/>
          <dgm:resizeHandles/>
        </dgm:presLayoutVars>
      </dgm:prSet>
      <dgm:spPr/>
    </dgm:pt>
    <dgm:pt modelId="{03D068A6-AE9C-4C1A-9738-43CDB3FBB245}" type="pres">
      <dgm:prSet presAssocID="{52D563D8-C0B6-4791-A801-8690B8A9D8DF}" presName="hierRoot1" presStyleCnt="0"/>
      <dgm:spPr/>
    </dgm:pt>
    <dgm:pt modelId="{EEE2C257-D3F1-4886-8710-CE6B0958EDDF}" type="pres">
      <dgm:prSet presAssocID="{52D563D8-C0B6-4791-A801-8690B8A9D8DF}" presName="composite" presStyleCnt="0"/>
      <dgm:spPr/>
    </dgm:pt>
    <dgm:pt modelId="{9EA61074-B2B3-4DEB-81CC-3246B244D9FE}" type="pres">
      <dgm:prSet presAssocID="{52D563D8-C0B6-4791-A801-8690B8A9D8DF}" presName="background" presStyleLbl="node0" presStyleIdx="0" presStyleCnt="3"/>
      <dgm:spPr/>
    </dgm:pt>
    <dgm:pt modelId="{DF288B42-4DC5-45BE-AEFA-59E74B5FCCAF}" type="pres">
      <dgm:prSet presAssocID="{52D563D8-C0B6-4791-A801-8690B8A9D8DF}" presName="text" presStyleLbl="fgAcc0" presStyleIdx="0" presStyleCnt="3">
        <dgm:presLayoutVars>
          <dgm:chPref val="3"/>
        </dgm:presLayoutVars>
      </dgm:prSet>
      <dgm:spPr/>
    </dgm:pt>
    <dgm:pt modelId="{488E5E2F-E8A4-4755-9CE4-0262A202D4EA}" type="pres">
      <dgm:prSet presAssocID="{52D563D8-C0B6-4791-A801-8690B8A9D8DF}" presName="hierChild2" presStyleCnt="0"/>
      <dgm:spPr/>
    </dgm:pt>
    <dgm:pt modelId="{49E114F9-137A-49DB-BFEB-09D83B32EE38}" type="pres">
      <dgm:prSet presAssocID="{D53CBBB7-4BD0-46E9-955A-0074EFCBEBD8}" presName="hierRoot1" presStyleCnt="0"/>
      <dgm:spPr/>
    </dgm:pt>
    <dgm:pt modelId="{CAA832A6-55ED-4A33-A543-32C3CC9CC4B9}" type="pres">
      <dgm:prSet presAssocID="{D53CBBB7-4BD0-46E9-955A-0074EFCBEBD8}" presName="composite" presStyleCnt="0"/>
      <dgm:spPr/>
    </dgm:pt>
    <dgm:pt modelId="{36B41626-1B94-4D2B-BD7C-9C76C9304C9F}" type="pres">
      <dgm:prSet presAssocID="{D53CBBB7-4BD0-46E9-955A-0074EFCBEBD8}" presName="background" presStyleLbl="node0" presStyleIdx="1" presStyleCnt="3"/>
      <dgm:spPr/>
    </dgm:pt>
    <dgm:pt modelId="{3425B37C-E09E-41AD-BBCE-FA94F82AA3DD}" type="pres">
      <dgm:prSet presAssocID="{D53CBBB7-4BD0-46E9-955A-0074EFCBEBD8}" presName="text" presStyleLbl="fgAcc0" presStyleIdx="1" presStyleCnt="3">
        <dgm:presLayoutVars>
          <dgm:chPref val="3"/>
        </dgm:presLayoutVars>
      </dgm:prSet>
      <dgm:spPr/>
    </dgm:pt>
    <dgm:pt modelId="{B404ECF0-B643-4F4F-8354-F36F59B9A411}" type="pres">
      <dgm:prSet presAssocID="{D53CBBB7-4BD0-46E9-955A-0074EFCBEBD8}" presName="hierChild2" presStyleCnt="0"/>
      <dgm:spPr/>
    </dgm:pt>
    <dgm:pt modelId="{4D9A370E-32C4-4CF4-ADC8-1A6BC6405147}" type="pres">
      <dgm:prSet presAssocID="{3A81274B-839B-42E7-A58C-97CA7B9F4B0A}" presName="hierRoot1" presStyleCnt="0"/>
      <dgm:spPr/>
    </dgm:pt>
    <dgm:pt modelId="{72AF3344-DB27-4C15-9EA9-D6E93C1772D0}" type="pres">
      <dgm:prSet presAssocID="{3A81274B-839B-42E7-A58C-97CA7B9F4B0A}" presName="composite" presStyleCnt="0"/>
      <dgm:spPr/>
    </dgm:pt>
    <dgm:pt modelId="{DD7EC7BF-B65A-4B8A-A8BB-A3621392ABD9}" type="pres">
      <dgm:prSet presAssocID="{3A81274B-839B-42E7-A58C-97CA7B9F4B0A}" presName="background" presStyleLbl="node0" presStyleIdx="2" presStyleCnt="3"/>
      <dgm:spPr/>
    </dgm:pt>
    <dgm:pt modelId="{8C5BEAE1-89ED-4E3C-9C10-3CF112A65F48}" type="pres">
      <dgm:prSet presAssocID="{3A81274B-839B-42E7-A58C-97CA7B9F4B0A}" presName="text" presStyleLbl="fgAcc0" presStyleIdx="2" presStyleCnt="3">
        <dgm:presLayoutVars>
          <dgm:chPref val="3"/>
        </dgm:presLayoutVars>
      </dgm:prSet>
      <dgm:spPr/>
    </dgm:pt>
    <dgm:pt modelId="{F9BDE76D-00DB-4888-8918-9EBFF8FD09D8}" type="pres">
      <dgm:prSet presAssocID="{3A81274B-839B-42E7-A58C-97CA7B9F4B0A}" presName="hierChild2" presStyleCnt="0"/>
      <dgm:spPr/>
    </dgm:pt>
  </dgm:ptLst>
  <dgm:cxnLst>
    <dgm:cxn modelId="{88B26908-8941-4C7E-A1F2-3D94A725AF6D}" type="presOf" srcId="{3A81274B-839B-42E7-A58C-97CA7B9F4B0A}" destId="{8C5BEAE1-89ED-4E3C-9C10-3CF112A65F48}" srcOrd="0" destOrd="0" presId="urn:microsoft.com/office/officeart/2005/8/layout/hierarchy1"/>
    <dgm:cxn modelId="{314B4C10-69C6-4DC7-9CB2-47E7B295E575}" srcId="{07250B8D-6C13-4F70-8A00-1F67BFF2F850}" destId="{D53CBBB7-4BD0-46E9-955A-0074EFCBEBD8}" srcOrd="1" destOrd="0" parTransId="{4160D445-5240-492F-B90E-226BA04CCBD0}" sibTransId="{EB8F3C2B-7143-40C3-B2FD-31BA5D8492D5}"/>
    <dgm:cxn modelId="{56791519-4A44-42F1-8152-BFBC01F57617}" type="presOf" srcId="{07250B8D-6C13-4F70-8A00-1F67BFF2F850}" destId="{ECC5743B-E621-4B20-8032-C5F4B4BF8B92}" srcOrd="0" destOrd="0" presId="urn:microsoft.com/office/officeart/2005/8/layout/hierarchy1"/>
    <dgm:cxn modelId="{5870852E-00FF-429A-9691-67BDF8FA8859}" type="presOf" srcId="{D53CBBB7-4BD0-46E9-955A-0074EFCBEBD8}" destId="{3425B37C-E09E-41AD-BBCE-FA94F82AA3DD}" srcOrd="0" destOrd="0" presId="urn:microsoft.com/office/officeart/2005/8/layout/hierarchy1"/>
    <dgm:cxn modelId="{58F8355C-84FA-40BA-95BF-2D3F79EFE7F1}" srcId="{07250B8D-6C13-4F70-8A00-1F67BFF2F850}" destId="{52D563D8-C0B6-4791-A801-8690B8A9D8DF}" srcOrd="0" destOrd="0" parTransId="{13AE6CDE-3C48-4FEB-9605-C064329EEFBD}" sibTransId="{AB9F8A1D-D60A-428A-A8EC-D01A67820EDB}"/>
    <dgm:cxn modelId="{BB10655A-66E7-44FE-8D4E-5A9E04289C51}" type="presOf" srcId="{52D563D8-C0B6-4791-A801-8690B8A9D8DF}" destId="{DF288B42-4DC5-45BE-AEFA-59E74B5FCCAF}" srcOrd="0" destOrd="0" presId="urn:microsoft.com/office/officeart/2005/8/layout/hierarchy1"/>
    <dgm:cxn modelId="{3CC34894-DDC5-430E-AB95-24832D85134D}" srcId="{07250B8D-6C13-4F70-8A00-1F67BFF2F850}" destId="{3A81274B-839B-42E7-A58C-97CA7B9F4B0A}" srcOrd="2" destOrd="0" parTransId="{FC098245-9770-41E5-A862-96DE46D69600}" sibTransId="{56167B48-A4B0-4950-9A9E-964B7B8B35D6}"/>
    <dgm:cxn modelId="{DAEF8FB2-8E9C-448F-8D20-E3D7190015F1}" type="presParOf" srcId="{ECC5743B-E621-4B20-8032-C5F4B4BF8B92}" destId="{03D068A6-AE9C-4C1A-9738-43CDB3FBB245}" srcOrd="0" destOrd="0" presId="urn:microsoft.com/office/officeart/2005/8/layout/hierarchy1"/>
    <dgm:cxn modelId="{971E17F6-B690-4E16-8BC8-14CFECCF89CE}" type="presParOf" srcId="{03D068A6-AE9C-4C1A-9738-43CDB3FBB245}" destId="{EEE2C257-D3F1-4886-8710-CE6B0958EDDF}" srcOrd="0" destOrd="0" presId="urn:microsoft.com/office/officeart/2005/8/layout/hierarchy1"/>
    <dgm:cxn modelId="{9456889C-E043-4D8D-8DB8-AF0C8DE17CB3}" type="presParOf" srcId="{EEE2C257-D3F1-4886-8710-CE6B0958EDDF}" destId="{9EA61074-B2B3-4DEB-81CC-3246B244D9FE}" srcOrd="0" destOrd="0" presId="urn:microsoft.com/office/officeart/2005/8/layout/hierarchy1"/>
    <dgm:cxn modelId="{1D22152B-B247-44C3-A463-8F42C8DD9D3D}" type="presParOf" srcId="{EEE2C257-D3F1-4886-8710-CE6B0958EDDF}" destId="{DF288B42-4DC5-45BE-AEFA-59E74B5FCCAF}" srcOrd="1" destOrd="0" presId="urn:microsoft.com/office/officeart/2005/8/layout/hierarchy1"/>
    <dgm:cxn modelId="{596BCBE5-B0EA-42AD-9783-3273A4F06345}" type="presParOf" srcId="{03D068A6-AE9C-4C1A-9738-43CDB3FBB245}" destId="{488E5E2F-E8A4-4755-9CE4-0262A202D4EA}" srcOrd="1" destOrd="0" presId="urn:microsoft.com/office/officeart/2005/8/layout/hierarchy1"/>
    <dgm:cxn modelId="{C7389FE9-C41D-4A52-8854-D2B3A89B5D78}" type="presParOf" srcId="{ECC5743B-E621-4B20-8032-C5F4B4BF8B92}" destId="{49E114F9-137A-49DB-BFEB-09D83B32EE38}" srcOrd="1" destOrd="0" presId="urn:microsoft.com/office/officeart/2005/8/layout/hierarchy1"/>
    <dgm:cxn modelId="{6FF6DC6D-26ED-494B-8ADD-A781B785FF43}" type="presParOf" srcId="{49E114F9-137A-49DB-BFEB-09D83B32EE38}" destId="{CAA832A6-55ED-4A33-A543-32C3CC9CC4B9}" srcOrd="0" destOrd="0" presId="urn:microsoft.com/office/officeart/2005/8/layout/hierarchy1"/>
    <dgm:cxn modelId="{2364EB75-327A-41EC-95B9-2A990256D640}" type="presParOf" srcId="{CAA832A6-55ED-4A33-A543-32C3CC9CC4B9}" destId="{36B41626-1B94-4D2B-BD7C-9C76C9304C9F}" srcOrd="0" destOrd="0" presId="urn:microsoft.com/office/officeart/2005/8/layout/hierarchy1"/>
    <dgm:cxn modelId="{265DA9B1-B645-4B40-A649-5F61E11DA8C6}" type="presParOf" srcId="{CAA832A6-55ED-4A33-A543-32C3CC9CC4B9}" destId="{3425B37C-E09E-41AD-BBCE-FA94F82AA3DD}" srcOrd="1" destOrd="0" presId="urn:microsoft.com/office/officeart/2005/8/layout/hierarchy1"/>
    <dgm:cxn modelId="{418C0B78-7383-4085-B6EF-46F2ABEDA265}" type="presParOf" srcId="{49E114F9-137A-49DB-BFEB-09D83B32EE38}" destId="{B404ECF0-B643-4F4F-8354-F36F59B9A411}" srcOrd="1" destOrd="0" presId="urn:microsoft.com/office/officeart/2005/8/layout/hierarchy1"/>
    <dgm:cxn modelId="{E4A52DA5-B06A-45F0-A50E-61F5D0ADD9EB}" type="presParOf" srcId="{ECC5743B-E621-4B20-8032-C5F4B4BF8B92}" destId="{4D9A370E-32C4-4CF4-ADC8-1A6BC6405147}" srcOrd="2" destOrd="0" presId="urn:microsoft.com/office/officeart/2005/8/layout/hierarchy1"/>
    <dgm:cxn modelId="{093EA4D9-574A-48CA-A4CF-8F0B0C08F165}" type="presParOf" srcId="{4D9A370E-32C4-4CF4-ADC8-1A6BC6405147}" destId="{72AF3344-DB27-4C15-9EA9-D6E93C1772D0}" srcOrd="0" destOrd="0" presId="urn:microsoft.com/office/officeart/2005/8/layout/hierarchy1"/>
    <dgm:cxn modelId="{C84DA07B-B4C4-4768-9D20-67A3D501DE41}" type="presParOf" srcId="{72AF3344-DB27-4C15-9EA9-D6E93C1772D0}" destId="{DD7EC7BF-B65A-4B8A-A8BB-A3621392ABD9}" srcOrd="0" destOrd="0" presId="urn:microsoft.com/office/officeart/2005/8/layout/hierarchy1"/>
    <dgm:cxn modelId="{C0BEC5ED-83D1-4B2A-B78F-ECE12AFA7A74}" type="presParOf" srcId="{72AF3344-DB27-4C15-9EA9-D6E93C1772D0}" destId="{8C5BEAE1-89ED-4E3C-9C10-3CF112A65F48}" srcOrd="1" destOrd="0" presId="urn:microsoft.com/office/officeart/2005/8/layout/hierarchy1"/>
    <dgm:cxn modelId="{CEE61561-9177-4DCB-ADB9-70FDE60974A5}" type="presParOf" srcId="{4D9A370E-32C4-4CF4-ADC8-1A6BC6405147}" destId="{F9BDE76D-00DB-4888-8918-9EBFF8FD09D8}" srcOrd="1" destOrd="0" presId="urn:microsoft.com/office/officeart/2005/8/layout/hierarchy1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2.xml><?xml version="1.0" encoding="utf-8"?>
<dgm:dataModel xmlns:dgm="http://schemas.openxmlformats.org/drawingml/2006/diagram" xmlns:a="http://schemas.openxmlformats.org/drawingml/2006/main">
  <dgm:ptLst>
    <dgm:pt modelId="{60E90793-DAA5-435F-9510-1E2595D31DA3}" type="doc">
      <dgm:prSet loTypeId="urn:microsoft.com/office/officeart/2005/8/layout/vList2" loCatId="list" qsTypeId="urn:microsoft.com/office/officeart/2005/8/quickstyle/simple4" qsCatId="simple" csTypeId="urn:microsoft.com/office/officeart/2005/8/colors/colorful5" csCatId="colorful"/>
      <dgm:spPr/>
      <dgm:t>
        <a:bodyPr/>
        <a:lstStyle/>
        <a:p>
          <a:endParaRPr lang="en-US"/>
        </a:p>
      </dgm:t>
    </dgm:pt>
    <dgm:pt modelId="{58D37C9E-E56F-4F7C-82A7-D11992E21B1F}">
      <dgm:prSet/>
      <dgm:spPr/>
      <dgm:t>
        <a:bodyPr/>
        <a:lstStyle/>
        <a:p>
          <a:r>
            <a:rPr lang="en-US"/>
            <a:t>Dataset 1: Time, date, season, weather, temperature</a:t>
          </a:r>
        </a:p>
      </dgm:t>
    </dgm:pt>
    <dgm:pt modelId="{AAED492D-F9E1-4C1D-A6D6-52CD72EBA853}" type="parTrans" cxnId="{CEC8010E-1FBA-4CCD-BD34-6D4089F5C706}">
      <dgm:prSet/>
      <dgm:spPr/>
      <dgm:t>
        <a:bodyPr/>
        <a:lstStyle/>
        <a:p>
          <a:endParaRPr lang="en-US"/>
        </a:p>
      </dgm:t>
    </dgm:pt>
    <dgm:pt modelId="{A5C53240-2FB3-4F8A-A6DC-EF0C57E07A52}" type="sibTrans" cxnId="{CEC8010E-1FBA-4CCD-BD34-6D4089F5C706}">
      <dgm:prSet/>
      <dgm:spPr/>
      <dgm:t>
        <a:bodyPr/>
        <a:lstStyle/>
        <a:p>
          <a:endParaRPr lang="en-US"/>
        </a:p>
      </dgm:t>
    </dgm:pt>
    <dgm:pt modelId="{129A7491-C367-44AB-872C-9715209AD9EE}">
      <dgm:prSet/>
      <dgm:spPr/>
      <dgm:t>
        <a:bodyPr/>
        <a:lstStyle/>
        <a:p>
          <a:r>
            <a:rPr lang="en-US"/>
            <a:t>Dataset 2: User type and rental count data</a:t>
          </a:r>
        </a:p>
      </dgm:t>
    </dgm:pt>
    <dgm:pt modelId="{0A36FAB0-1893-406D-BC61-79DAEECF711E}" type="parTrans" cxnId="{D04F5949-2C02-4D76-BD4D-E6E60451A97B}">
      <dgm:prSet/>
      <dgm:spPr/>
      <dgm:t>
        <a:bodyPr/>
        <a:lstStyle/>
        <a:p>
          <a:endParaRPr lang="en-US"/>
        </a:p>
      </dgm:t>
    </dgm:pt>
    <dgm:pt modelId="{9164B8A5-4A39-460D-91C7-06B1AF9678D4}" type="sibTrans" cxnId="{D04F5949-2C02-4D76-BD4D-E6E60451A97B}">
      <dgm:prSet/>
      <dgm:spPr/>
      <dgm:t>
        <a:bodyPr/>
        <a:lstStyle/>
        <a:p>
          <a:endParaRPr lang="en-US"/>
        </a:p>
      </dgm:t>
    </dgm:pt>
    <dgm:pt modelId="{71E0D0D2-ABB1-4D8E-8B97-2064ED714877}">
      <dgm:prSet/>
      <dgm:spPr/>
      <dgm:t>
        <a:bodyPr/>
        <a:lstStyle/>
        <a:p>
          <a:r>
            <a:rPr lang="en-US"/>
            <a:t>Dataset 3: Additional contextual variables</a:t>
          </a:r>
        </a:p>
      </dgm:t>
    </dgm:pt>
    <dgm:pt modelId="{12F9C55A-25BB-4339-8F3A-4395A150F8A5}" type="parTrans" cxnId="{EC1E844A-06C6-40FE-B1B4-9996EA0715C6}">
      <dgm:prSet/>
      <dgm:spPr/>
      <dgm:t>
        <a:bodyPr/>
        <a:lstStyle/>
        <a:p>
          <a:endParaRPr lang="en-US"/>
        </a:p>
      </dgm:t>
    </dgm:pt>
    <dgm:pt modelId="{9768E734-9CC5-4422-AA8B-B981DFA48121}" type="sibTrans" cxnId="{EC1E844A-06C6-40FE-B1B4-9996EA0715C6}">
      <dgm:prSet/>
      <dgm:spPr/>
      <dgm:t>
        <a:bodyPr/>
        <a:lstStyle/>
        <a:p>
          <a:endParaRPr lang="en-US"/>
        </a:p>
      </dgm:t>
    </dgm:pt>
    <dgm:pt modelId="{F3C98599-6F3B-471B-90F5-10135EC85122}">
      <dgm:prSet/>
      <dgm:spPr/>
      <dgm:t>
        <a:bodyPr/>
        <a:lstStyle/>
        <a:p>
          <a:r>
            <a:rPr lang="en-US"/>
            <a:t>pre_final_sheet: Dataset 1 + Dataset 2 combined</a:t>
          </a:r>
        </a:p>
      </dgm:t>
    </dgm:pt>
    <dgm:pt modelId="{F4A99E3F-76AF-4F17-950F-25BF04C327B2}" type="parTrans" cxnId="{D5D45ABE-99FB-4F0C-BD3A-57C240310298}">
      <dgm:prSet/>
      <dgm:spPr/>
      <dgm:t>
        <a:bodyPr/>
        <a:lstStyle/>
        <a:p>
          <a:endParaRPr lang="en-US"/>
        </a:p>
      </dgm:t>
    </dgm:pt>
    <dgm:pt modelId="{24A9D47A-D40D-4211-9966-3168954CD56A}" type="sibTrans" cxnId="{D5D45ABE-99FB-4F0C-BD3A-57C240310298}">
      <dgm:prSet/>
      <dgm:spPr/>
      <dgm:t>
        <a:bodyPr/>
        <a:lstStyle/>
        <a:p>
          <a:endParaRPr lang="en-US"/>
        </a:p>
      </dgm:t>
    </dgm:pt>
    <dgm:pt modelId="{E927B112-1E72-47EF-9308-402E78BA0D64}">
      <dgm:prSet/>
      <dgm:spPr/>
      <dgm:t>
        <a:bodyPr/>
        <a:lstStyle/>
        <a:p>
          <a:r>
            <a:rPr lang="en-US"/>
            <a:t>final_sheet: Dataset 1 + Dataset 2 + Dataset 3 combined</a:t>
          </a:r>
        </a:p>
      </dgm:t>
    </dgm:pt>
    <dgm:pt modelId="{B38DE767-4E84-4884-AC8A-D3A92F3CA853}" type="parTrans" cxnId="{FB06CCE6-1201-4232-8CBE-526F88F0C4DB}">
      <dgm:prSet/>
      <dgm:spPr/>
      <dgm:t>
        <a:bodyPr/>
        <a:lstStyle/>
        <a:p>
          <a:endParaRPr lang="en-US"/>
        </a:p>
      </dgm:t>
    </dgm:pt>
    <dgm:pt modelId="{FBE9459D-971C-431B-874F-F31258034177}" type="sibTrans" cxnId="{FB06CCE6-1201-4232-8CBE-526F88F0C4DB}">
      <dgm:prSet/>
      <dgm:spPr/>
      <dgm:t>
        <a:bodyPr/>
        <a:lstStyle/>
        <a:p>
          <a:endParaRPr lang="en-US"/>
        </a:p>
      </dgm:t>
    </dgm:pt>
    <dgm:pt modelId="{74EB7351-4075-411D-BA41-DD3441B3137C}" type="pres">
      <dgm:prSet presAssocID="{60E90793-DAA5-435F-9510-1E2595D31DA3}" presName="linear" presStyleCnt="0">
        <dgm:presLayoutVars>
          <dgm:animLvl val="lvl"/>
          <dgm:resizeHandles val="exact"/>
        </dgm:presLayoutVars>
      </dgm:prSet>
      <dgm:spPr/>
    </dgm:pt>
    <dgm:pt modelId="{5412979D-9F7C-4AB2-B6B3-305EF832B3C8}" type="pres">
      <dgm:prSet presAssocID="{58D37C9E-E56F-4F7C-82A7-D11992E21B1F}" presName="parentText" presStyleLbl="node1" presStyleIdx="0" presStyleCnt="5">
        <dgm:presLayoutVars>
          <dgm:chMax val="0"/>
          <dgm:bulletEnabled val="1"/>
        </dgm:presLayoutVars>
      </dgm:prSet>
      <dgm:spPr/>
    </dgm:pt>
    <dgm:pt modelId="{0887C358-6EC1-4B14-9A27-BF925A710C88}" type="pres">
      <dgm:prSet presAssocID="{A5C53240-2FB3-4F8A-A6DC-EF0C57E07A52}" presName="spacer" presStyleCnt="0"/>
      <dgm:spPr/>
    </dgm:pt>
    <dgm:pt modelId="{4C7A4B6F-3D03-4DD0-983D-D165BCA666FC}" type="pres">
      <dgm:prSet presAssocID="{129A7491-C367-44AB-872C-9715209AD9EE}" presName="parentText" presStyleLbl="node1" presStyleIdx="1" presStyleCnt="5">
        <dgm:presLayoutVars>
          <dgm:chMax val="0"/>
          <dgm:bulletEnabled val="1"/>
        </dgm:presLayoutVars>
      </dgm:prSet>
      <dgm:spPr/>
    </dgm:pt>
    <dgm:pt modelId="{F105F564-D92E-48F7-9EF0-AAAD578B4543}" type="pres">
      <dgm:prSet presAssocID="{9164B8A5-4A39-460D-91C7-06B1AF9678D4}" presName="spacer" presStyleCnt="0"/>
      <dgm:spPr/>
    </dgm:pt>
    <dgm:pt modelId="{B5B5EFEF-05C2-45BD-8BBA-C92EE93B52CE}" type="pres">
      <dgm:prSet presAssocID="{71E0D0D2-ABB1-4D8E-8B97-2064ED714877}" presName="parentText" presStyleLbl="node1" presStyleIdx="2" presStyleCnt="5">
        <dgm:presLayoutVars>
          <dgm:chMax val="0"/>
          <dgm:bulletEnabled val="1"/>
        </dgm:presLayoutVars>
      </dgm:prSet>
      <dgm:spPr/>
    </dgm:pt>
    <dgm:pt modelId="{8E24B169-7988-41F2-A9BB-BE4F3A9CD2CC}" type="pres">
      <dgm:prSet presAssocID="{9768E734-9CC5-4422-AA8B-B981DFA48121}" presName="spacer" presStyleCnt="0"/>
      <dgm:spPr/>
    </dgm:pt>
    <dgm:pt modelId="{DCBEE844-2059-4E0C-BC61-121B07BAD677}" type="pres">
      <dgm:prSet presAssocID="{F3C98599-6F3B-471B-90F5-10135EC85122}" presName="parentText" presStyleLbl="node1" presStyleIdx="3" presStyleCnt="5">
        <dgm:presLayoutVars>
          <dgm:chMax val="0"/>
          <dgm:bulletEnabled val="1"/>
        </dgm:presLayoutVars>
      </dgm:prSet>
      <dgm:spPr/>
    </dgm:pt>
    <dgm:pt modelId="{8AEEF368-B359-42D6-B881-7263EE86222C}" type="pres">
      <dgm:prSet presAssocID="{24A9D47A-D40D-4211-9966-3168954CD56A}" presName="spacer" presStyleCnt="0"/>
      <dgm:spPr/>
    </dgm:pt>
    <dgm:pt modelId="{5660DF38-D630-47E3-8309-194C0B1D43B1}" type="pres">
      <dgm:prSet presAssocID="{E927B112-1E72-47EF-9308-402E78BA0D64}" presName="parentText" presStyleLbl="node1" presStyleIdx="4" presStyleCnt="5">
        <dgm:presLayoutVars>
          <dgm:chMax val="0"/>
          <dgm:bulletEnabled val="1"/>
        </dgm:presLayoutVars>
      </dgm:prSet>
      <dgm:spPr/>
    </dgm:pt>
  </dgm:ptLst>
  <dgm:cxnLst>
    <dgm:cxn modelId="{CEC8010E-1FBA-4CCD-BD34-6D4089F5C706}" srcId="{60E90793-DAA5-435F-9510-1E2595D31DA3}" destId="{58D37C9E-E56F-4F7C-82A7-D11992E21B1F}" srcOrd="0" destOrd="0" parTransId="{AAED492D-F9E1-4C1D-A6D6-52CD72EBA853}" sibTransId="{A5C53240-2FB3-4F8A-A6DC-EF0C57E07A52}"/>
    <dgm:cxn modelId="{AF5F4F12-EE9B-424E-BF36-8CF39155B8C1}" type="presOf" srcId="{129A7491-C367-44AB-872C-9715209AD9EE}" destId="{4C7A4B6F-3D03-4DD0-983D-D165BCA666FC}" srcOrd="0" destOrd="0" presId="urn:microsoft.com/office/officeart/2005/8/layout/vList2"/>
    <dgm:cxn modelId="{360E4B46-212D-4B6A-9BF6-784D708B8D30}" type="presOf" srcId="{71E0D0D2-ABB1-4D8E-8B97-2064ED714877}" destId="{B5B5EFEF-05C2-45BD-8BBA-C92EE93B52CE}" srcOrd="0" destOrd="0" presId="urn:microsoft.com/office/officeart/2005/8/layout/vList2"/>
    <dgm:cxn modelId="{D04F5949-2C02-4D76-BD4D-E6E60451A97B}" srcId="{60E90793-DAA5-435F-9510-1E2595D31DA3}" destId="{129A7491-C367-44AB-872C-9715209AD9EE}" srcOrd="1" destOrd="0" parTransId="{0A36FAB0-1893-406D-BC61-79DAEECF711E}" sibTransId="{9164B8A5-4A39-460D-91C7-06B1AF9678D4}"/>
    <dgm:cxn modelId="{EC1E844A-06C6-40FE-B1B4-9996EA0715C6}" srcId="{60E90793-DAA5-435F-9510-1E2595D31DA3}" destId="{71E0D0D2-ABB1-4D8E-8B97-2064ED714877}" srcOrd="2" destOrd="0" parTransId="{12F9C55A-25BB-4339-8F3A-4395A150F8A5}" sibTransId="{9768E734-9CC5-4422-AA8B-B981DFA48121}"/>
    <dgm:cxn modelId="{9141AB4F-180B-4E04-99E2-C72C6656F570}" type="presOf" srcId="{60E90793-DAA5-435F-9510-1E2595D31DA3}" destId="{74EB7351-4075-411D-BA41-DD3441B3137C}" srcOrd="0" destOrd="0" presId="urn:microsoft.com/office/officeart/2005/8/layout/vList2"/>
    <dgm:cxn modelId="{03D58050-A145-4F3E-9D5E-CF2D16B11A68}" type="presOf" srcId="{E927B112-1E72-47EF-9308-402E78BA0D64}" destId="{5660DF38-D630-47E3-8309-194C0B1D43B1}" srcOrd="0" destOrd="0" presId="urn:microsoft.com/office/officeart/2005/8/layout/vList2"/>
    <dgm:cxn modelId="{33293175-7864-48C4-8B05-C8D948F0FF69}" type="presOf" srcId="{58D37C9E-E56F-4F7C-82A7-D11992E21B1F}" destId="{5412979D-9F7C-4AB2-B6B3-305EF832B3C8}" srcOrd="0" destOrd="0" presId="urn:microsoft.com/office/officeart/2005/8/layout/vList2"/>
    <dgm:cxn modelId="{D5D45ABE-99FB-4F0C-BD3A-57C240310298}" srcId="{60E90793-DAA5-435F-9510-1E2595D31DA3}" destId="{F3C98599-6F3B-471B-90F5-10135EC85122}" srcOrd="3" destOrd="0" parTransId="{F4A99E3F-76AF-4F17-950F-25BF04C327B2}" sibTransId="{24A9D47A-D40D-4211-9966-3168954CD56A}"/>
    <dgm:cxn modelId="{FB06CCE6-1201-4232-8CBE-526F88F0C4DB}" srcId="{60E90793-DAA5-435F-9510-1E2595D31DA3}" destId="{E927B112-1E72-47EF-9308-402E78BA0D64}" srcOrd="4" destOrd="0" parTransId="{B38DE767-4E84-4884-AC8A-D3A92F3CA853}" sibTransId="{FBE9459D-971C-431B-874F-F31258034177}"/>
    <dgm:cxn modelId="{56FA56F1-699F-4E1D-998A-C3007DC4AD96}" type="presOf" srcId="{F3C98599-6F3B-471B-90F5-10135EC85122}" destId="{DCBEE844-2059-4E0C-BC61-121B07BAD677}" srcOrd="0" destOrd="0" presId="urn:microsoft.com/office/officeart/2005/8/layout/vList2"/>
    <dgm:cxn modelId="{D211C751-4B73-4727-88D3-CDF7A088FC84}" type="presParOf" srcId="{74EB7351-4075-411D-BA41-DD3441B3137C}" destId="{5412979D-9F7C-4AB2-B6B3-305EF832B3C8}" srcOrd="0" destOrd="0" presId="urn:microsoft.com/office/officeart/2005/8/layout/vList2"/>
    <dgm:cxn modelId="{0BFFAEDD-FE2E-41E2-B7F7-698ECA195B08}" type="presParOf" srcId="{74EB7351-4075-411D-BA41-DD3441B3137C}" destId="{0887C358-6EC1-4B14-9A27-BF925A710C88}" srcOrd="1" destOrd="0" presId="urn:microsoft.com/office/officeart/2005/8/layout/vList2"/>
    <dgm:cxn modelId="{43E6C65A-1728-4EE2-85DE-9FAE2CC5CD1E}" type="presParOf" srcId="{74EB7351-4075-411D-BA41-DD3441B3137C}" destId="{4C7A4B6F-3D03-4DD0-983D-D165BCA666FC}" srcOrd="2" destOrd="0" presId="urn:microsoft.com/office/officeart/2005/8/layout/vList2"/>
    <dgm:cxn modelId="{035084C8-E4FB-4D82-899E-854407051D89}" type="presParOf" srcId="{74EB7351-4075-411D-BA41-DD3441B3137C}" destId="{F105F564-D92E-48F7-9EF0-AAAD578B4543}" srcOrd="3" destOrd="0" presId="urn:microsoft.com/office/officeart/2005/8/layout/vList2"/>
    <dgm:cxn modelId="{319E2BB6-D422-4762-AB37-68F189D8CFC6}" type="presParOf" srcId="{74EB7351-4075-411D-BA41-DD3441B3137C}" destId="{B5B5EFEF-05C2-45BD-8BBA-C92EE93B52CE}" srcOrd="4" destOrd="0" presId="urn:microsoft.com/office/officeart/2005/8/layout/vList2"/>
    <dgm:cxn modelId="{84B9F946-734C-40B3-B3E2-88C7666882D7}" type="presParOf" srcId="{74EB7351-4075-411D-BA41-DD3441B3137C}" destId="{8E24B169-7988-41F2-A9BB-BE4F3A9CD2CC}" srcOrd="5" destOrd="0" presId="urn:microsoft.com/office/officeart/2005/8/layout/vList2"/>
    <dgm:cxn modelId="{40E6BF69-0FC1-4F0D-A9B0-EA501820D726}" type="presParOf" srcId="{74EB7351-4075-411D-BA41-DD3441B3137C}" destId="{DCBEE844-2059-4E0C-BC61-121B07BAD677}" srcOrd="6" destOrd="0" presId="urn:microsoft.com/office/officeart/2005/8/layout/vList2"/>
    <dgm:cxn modelId="{410D1E98-0A1D-47EA-9CD1-B7A942EA6BD4}" type="presParOf" srcId="{74EB7351-4075-411D-BA41-DD3441B3137C}" destId="{8AEEF368-B359-42D6-B881-7263EE86222C}" srcOrd="7" destOrd="0" presId="urn:microsoft.com/office/officeart/2005/8/layout/vList2"/>
    <dgm:cxn modelId="{810178A8-2167-45D5-835F-7939E8E30271}" type="presParOf" srcId="{74EB7351-4075-411D-BA41-DD3441B3137C}" destId="{5660DF38-D630-47E3-8309-194C0B1D43B1}" srcOrd="8" destOrd="0" presId="urn:microsoft.com/office/officeart/2005/8/layout/vList2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3.xml><?xml version="1.0" encoding="utf-8"?>
<dgm:dataModel xmlns:dgm="http://schemas.openxmlformats.org/drawingml/2006/diagram" xmlns:a="http://schemas.openxmlformats.org/drawingml/2006/main">
  <dgm:ptLst>
    <dgm:pt modelId="{4D6CC7CF-FF06-49DE-BC3B-ACD4932C32E6}" type="doc">
      <dgm:prSet loTypeId="urn:microsoft.com/office/officeart/2005/8/layout/list1" loCatId="list" qsTypeId="urn:microsoft.com/office/officeart/2005/8/quickstyle/simple4" qsCatId="simple" csTypeId="urn:microsoft.com/office/officeart/2005/8/colors/colorful2" csCatId="colorful"/>
      <dgm:spPr/>
      <dgm:t>
        <a:bodyPr/>
        <a:lstStyle/>
        <a:p>
          <a:endParaRPr lang="en-US"/>
        </a:p>
      </dgm:t>
    </dgm:pt>
    <dgm:pt modelId="{FE846B6F-0E1A-4E42-AE8A-7144B3FA2835}">
      <dgm:prSet/>
      <dgm:spPr/>
      <dgm:t>
        <a:bodyPr/>
        <a:lstStyle/>
        <a:p>
          <a:r>
            <a:rPr lang="en-US"/>
            <a:t>Cleaned and standardized merged datasets</a:t>
          </a:r>
        </a:p>
      </dgm:t>
    </dgm:pt>
    <dgm:pt modelId="{C8123DA4-0042-44A1-AA18-F0C0D9EE21F3}" type="parTrans" cxnId="{12E73994-3A3F-4DB9-808B-F809D11BE6FB}">
      <dgm:prSet/>
      <dgm:spPr/>
      <dgm:t>
        <a:bodyPr/>
        <a:lstStyle/>
        <a:p>
          <a:endParaRPr lang="en-US"/>
        </a:p>
      </dgm:t>
    </dgm:pt>
    <dgm:pt modelId="{0909641F-5706-4159-BEF0-BE9BCED474C9}" type="sibTrans" cxnId="{12E73994-3A3F-4DB9-808B-F809D11BE6FB}">
      <dgm:prSet/>
      <dgm:spPr/>
      <dgm:t>
        <a:bodyPr/>
        <a:lstStyle/>
        <a:p>
          <a:endParaRPr lang="en-US"/>
        </a:p>
      </dgm:t>
    </dgm:pt>
    <dgm:pt modelId="{F8A646D5-099D-49E9-B478-E04DAEF65F94}">
      <dgm:prSet/>
      <dgm:spPr/>
      <dgm:t>
        <a:bodyPr/>
        <a:lstStyle/>
        <a:p>
          <a:r>
            <a:rPr lang="en-US"/>
            <a:t>Removed duplicates and inconsistencies</a:t>
          </a:r>
        </a:p>
      </dgm:t>
    </dgm:pt>
    <dgm:pt modelId="{30E62F2A-23C3-49E4-9870-9D03AC64B50A}" type="parTrans" cxnId="{7ED4EA81-4B15-4620-B591-AD2AA6D15FC4}">
      <dgm:prSet/>
      <dgm:spPr/>
      <dgm:t>
        <a:bodyPr/>
        <a:lstStyle/>
        <a:p>
          <a:endParaRPr lang="en-US"/>
        </a:p>
      </dgm:t>
    </dgm:pt>
    <dgm:pt modelId="{23A72D7F-0BAC-49E6-A688-D06B183533F4}" type="sibTrans" cxnId="{7ED4EA81-4B15-4620-B591-AD2AA6D15FC4}">
      <dgm:prSet/>
      <dgm:spPr/>
      <dgm:t>
        <a:bodyPr/>
        <a:lstStyle/>
        <a:p>
          <a:endParaRPr lang="en-US"/>
        </a:p>
      </dgm:t>
    </dgm:pt>
    <dgm:pt modelId="{57D28142-7C80-4AB9-8AFF-B83CFA76BE4A}">
      <dgm:prSet/>
      <dgm:spPr/>
      <dgm:t>
        <a:bodyPr/>
        <a:lstStyle/>
        <a:p>
          <a:r>
            <a:rPr lang="en-US"/>
            <a:t>Created categorical columns for BI analysis:</a:t>
          </a:r>
        </a:p>
      </dgm:t>
    </dgm:pt>
    <dgm:pt modelId="{D232AD55-546F-4AB7-B19C-92E72FE48138}" type="parTrans" cxnId="{FF30A0B1-7943-4EA6-AAC6-69E1386A35C7}">
      <dgm:prSet/>
      <dgm:spPr/>
      <dgm:t>
        <a:bodyPr/>
        <a:lstStyle/>
        <a:p>
          <a:endParaRPr lang="en-US"/>
        </a:p>
      </dgm:t>
    </dgm:pt>
    <dgm:pt modelId="{F063B69A-8662-4336-9C6E-40F2FC5713BB}" type="sibTrans" cxnId="{FF30A0B1-7943-4EA6-AAC6-69E1386A35C7}">
      <dgm:prSet/>
      <dgm:spPr/>
      <dgm:t>
        <a:bodyPr/>
        <a:lstStyle/>
        <a:p>
          <a:endParaRPr lang="en-US"/>
        </a:p>
      </dgm:t>
    </dgm:pt>
    <dgm:pt modelId="{BFF975EA-E10F-4743-9D3B-BF5B62C6607C}">
      <dgm:prSet/>
      <dgm:spPr/>
      <dgm:t>
        <a:bodyPr/>
        <a:lstStyle/>
        <a:p>
          <a:r>
            <a:rPr lang="en-US"/>
            <a:t>Day type (weekday / weekend)</a:t>
          </a:r>
        </a:p>
      </dgm:t>
    </dgm:pt>
    <dgm:pt modelId="{B75C454F-C884-4A8D-B710-BB3E3F732967}" type="parTrans" cxnId="{C0F2ACB9-71B5-4D1C-8658-A5B18FEE0176}">
      <dgm:prSet/>
      <dgm:spPr/>
      <dgm:t>
        <a:bodyPr/>
        <a:lstStyle/>
        <a:p>
          <a:endParaRPr lang="en-US"/>
        </a:p>
      </dgm:t>
    </dgm:pt>
    <dgm:pt modelId="{49F7028C-9CB6-48D8-98EB-363D4ABE93F5}" type="sibTrans" cxnId="{C0F2ACB9-71B5-4D1C-8658-A5B18FEE0176}">
      <dgm:prSet/>
      <dgm:spPr/>
      <dgm:t>
        <a:bodyPr/>
        <a:lstStyle/>
        <a:p>
          <a:endParaRPr lang="en-US"/>
        </a:p>
      </dgm:t>
    </dgm:pt>
    <dgm:pt modelId="{066FCDA9-C104-48C8-9FB0-0FD831F21693}">
      <dgm:prSet/>
      <dgm:spPr/>
      <dgm:t>
        <a:bodyPr/>
        <a:lstStyle/>
        <a:p>
          <a:r>
            <a:rPr lang="en-US"/>
            <a:t>Weather category (clear, mist, dark sky, heavy rain)</a:t>
          </a:r>
        </a:p>
      </dgm:t>
    </dgm:pt>
    <dgm:pt modelId="{F31759BA-B5B3-4901-8A52-865DFDBEB0BF}" type="parTrans" cxnId="{9B096C41-CF59-41B8-BC3A-0C54155E24CA}">
      <dgm:prSet/>
      <dgm:spPr/>
      <dgm:t>
        <a:bodyPr/>
        <a:lstStyle/>
        <a:p>
          <a:endParaRPr lang="en-US"/>
        </a:p>
      </dgm:t>
    </dgm:pt>
    <dgm:pt modelId="{8A9C0D0F-BC18-4FAC-9FBD-1D619BA53B5D}" type="sibTrans" cxnId="{9B096C41-CF59-41B8-BC3A-0C54155E24CA}">
      <dgm:prSet/>
      <dgm:spPr/>
      <dgm:t>
        <a:bodyPr/>
        <a:lstStyle/>
        <a:p>
          <a:endParaRPr lang="en-US"/>
        </a:p>
      </dgm:t>
    </dgm:pt>
    <dgm:pt modelId="{141673F0-12D8-4A57-B2A2-9EA62A572921}">
      <dgm:prSet/>
      <dgm:spPr/>
      <dgm:t>
        <a:bodyPr/>
        <a:lstStyle/>
        <a:p>
          <a:r>
            <a:rPr lang="en-US"/>
            <a:t>Daytime (morning, afternoon, evening, night)</a:t>
          </a:r>
        </a:p>
      </dgm:t>
    </dgm:pt>
    <dgm:pt modelId="{D6F92933-3233-48F7-A133-1591133A3927}" type="parTrans" cxnId="{BAC7C68D-7047-43DF-9199-4051490CEA9B}">
      <dgm:prSet/>
      <dgm:spPr/>
      <dgm:t>
        <a:bodyPr/>
        <a:lstStyle/>
        <a:p>
          <a:endParaRPr lang="en-US"/>
        </a:p>
      </dgm:t>
    </dgm:pt>
    <dgm:pt modelId="{493FD55D-1782-4FAE-BB20-3B7E53450FFB}" type="sibTrans" cxnId="{BAC7C68D-7047-43DF-9199-4051490CEA9B}">
      <dgm:prSet/>
      <dgm:spPr/>
      <dgm:t>
        <a:bodyPr/>
        <a:lstStyle/>
        <a:p>
          <a:endParaRPr lang="en-US"/>
        </a:p>
      </dgm:t>
    </dgm:pt>
    <dgm:pt modelId="{5B9BDE54-AA1B-48ED-838B-DF09FF273C49}">
      <dgm:prSet/>
      <dgm:spPr/>
      <dgm:t>
        <a:bodyPr/>
        <a:lstStyle/>
        <a:p>
          <a:r>
            <a:rPr lang="en-US"/>
            <a:t>Temperature, humidity, demand (low / medium / high)</a:t>
          </a:r>
        </a:p>
      </dgm:t>
    </dgm:pt>
    <dgm:pt modelId="{FCC0D2D6-457C-4431-B860-26D1CEF9AB99}" type="parTrans" cxnId="{0390B78E-0B50-4C73-B011-4174A00E0D4F}">
      <dgm:prSet/>
      <dgm:spPr/>
      <dgm:t>
        <a:bodyPr/>
        <a:lstStyle/>
        <a:p>
          <a:endParaRPr lang="en-US"/>
        </a:p>
      </dgm:t>
    </dgm:pt>
    <dgm:pt modelId="{B6FB0A6D-1E96-4122-98B9-AF02D5A7C581}" type="sibTrans" cxnId="{0390B78E-0B50-4C73-B011-4174A00E0D4F}">
      <dgm:prSet/>
      <dgm:spPr/>
      <dgm:t>
        <a:bodyPr/>
        <a:lstStyle/>
        <a:p>
          <a:endParaRPr lang="en-US"/>
        </a:p>
      </dgm:t>
    </dgm:pt>
    <dgm:pt modelId="{D028ED72-1F3E-4BD7-BD2C-FF6A93DA1250}">
      <dgm:prSet/>
      <dgm:spPr/>
      <dgm:t>
        <a:bodyPr/>
        <a:lstStyle/>
        <a:p>
          <a:r>
            <a:rPr lang="en-US"/>
            <a:t>Dominant user (casual / registered)</a:t>
          </a:r>
        </a:p>
      </dgm:t>
    </dgm:pt>
    <dgm:pt modelId="{686EF223-430D-4008-AB1D-52E1A86B4875}" type="parTrans" cxnId="{03C02B32-B74A-4C8B-B2B6-35B5B9A8BBC2}">
      <dgm:prSet/>
      <dgm:spPr/>
      <dgm:t>
        <a:bodyPr/>
        <a:lstStyle/>
        <a:p>
          <a:endParaRPr lang="en-US"/>
        </a:p>
      </dgm:t>
    </dgm:pt>
    <dgm:pt modelId="{94C98AD1-A0FE-4872-9DA0-93770D40CAB1}" type="sibTrans" cxnId="{03C02B32-B74A-4C8B-B2B6-35B5B9A8BBC2}">
      <dgm:prSet/>
      <dgm:spPr/>
      <dgm:t>
        <a:bodyPr/>
        <a:lstStyle/>
        <a:p>
          <a:endParaRPr lang="en-US"/>
        </a:p>
      </dgm:t>
    </dgm:pt>
    <dgm:pt modelId="{475327BA-80FC-4947-B5ED-7EF90A8DA97D}" type="pres">
      <dgm:prSet presAssocID="{4D6CC7CF-FF06-49DE-BC3B-ACD4932C32E6}" presName="linear" presStyleCnt="0">
        <dgm:presLayoutVars>
          <dgm:dir/>
          <dgm:animLvl val="lvl"/>
          <dgm:resizeHandles val="exact"/>
        </dgm:presLayoutVars>
      </dgm:prSet>
      <dgm:spPr/>
    </dgm:pt>
    <dgm:pt modelId="{6300A9B9-3A77-478F-8C9C-BE997D28F0B0}" type="pres">
      <dgm:prSet presAssocID="{FE846B6F-0E1A-4E42-AE8A-7144B3FA2835}" presName="parentLin" presStyleCnt="0"/>
      <dgm:spPr/>
    </dgm:pt>
    <dgm:pt modelId="{41BA4445-E3E6-4570-8AFD-93B4CD06612B}" type="pres">
      <dgm:prSet presAssocID="{FE846B6F-0E1A-4E42-AE8A-7144B3FA2835}" presName="parentLeftMargin" presStyleLbl="node1" presStyleIdx="0" presStyleCnt="4"/>
      <dgm:spPr/>
    </dgm:pt>
    <dgm:pt modelId="{EE96CDEE-CF55-40E8-B599-ECC9F47213B8}" type="pres">
      <dgm:prSet presAssocID="{FE846B6F-0E1A-4E42-AE8A-7144B3FA2835}" presName="parentText" presStyleLbl="node1" presStyleIdx="0" presStyleCnt="4">
        <dgm:presLayoutVars>
          <dgm:chMax val="0"/>
          <dgm:bulletEnabled val="1"/>
        </dgm:presLayoutVars>
      </dgm:prSet>
      <dgm:spPr/>
    </dgm:pt>
    <dgm:pt modelId="{16ECFFF5-549F-41EA-B51D-BF49EFB5FE5B}" type="pres">
      <dgm:prSet presAssocID="{FE846B6F-0E1A-4E42-AE8A-7144B3FA2835}" presName="negativeSpace" presStyleCnt="0"/>
      <dgm:spPr/>
    </dgm:pt>
    <dgm:pt modelId="{B5B49B0C-DF1F-42AC-9196-0843470080C2}" type="pres">
      <dgm:prSet presAssocID="{FE846B6F-0E1A-4E42-AE8A-7144B3FA2835}" presName="childText" presStyleLbl="conFgAcc1" presStyleIdx="0" presStyleCnt="4">
        <dgm:presLayoutVars>
          <dgm:bulletEnabled val="1"/>
        </dgm:presLayoutVars>
      </dgm:prSet>
      <dgm:spPr/>
    </dgm:pt>
    <dgm:pt modelId="{B65DBEFE-ADF7-4011-B049-718C89721B92}" type="pres">
      <dgm:prSet presAssocID="{0909641F-5706-4159-BEF0-BE9BCED474C9}" presName="spaceBetweenRectangles" presStyleCnt="0"/>
      <dgm:spPr/>
    </dgm:pt>
    <dgm:pt modelId="{A9B14483-B68F-4E82-8A7A-26D62672C259}" type="pres">
      <dgm:prSet presAssocID="{F8A646D5-099D-49E9-B478-E04DAEF65F94}" presName="parentLin" presStyleCnt="0"/>
      <dgm:spPr/>
    </dgm:pt>
    <dgm:pt modelId="{EB71AEC4-4A4E-4967-B414-B2F68EBC7C41}" type="pres">
      <dgm:prSet presAssocID="{F8A646D5-099D-49E9-B478-E04DAEF65F94}" presName="parentLeftMargin" presStyleLbl="node1" presStyleIdx="0" presStyleCnt="4"/>
      <dgm:spPr/>
    </dgm:pt>
    <dgm:pt modelId="{9E0307BC-2ABD-4319-BF8F-5D303D5A4EE2}" type="pres">
      <dgm:prSet presAssocID="{F8A646D5-099D-49E9-B478-E04DAEF65F94}" presName="parentText" presStyleLbl="node1" presStyleIdx="1" presStyleCnt="4">
        <dgm:presLayoutVars>
          <dgm:chMax val="0"/>
          <dgm:bulletEnabled val="1"/>
        </dgm:presLayoutVars>
      </dgm:prSet>
      <dgm:spPr/>
    </dgm:pt>
    <dgm:pt modelId="{44123F2E-979E-46EF-ADB9-76341FAD2334}" type="pres">
      <dgm:prSet presAssocID="{F8A646D5-099D-49E9-B478-E04DAEF65F94}" presName="negativeSpace" presStyleCnt="0"/>
      <dgm:spPr/>
    </dgm:pt>
    <dgm:pt modelId="{3B4202D8-F4AC-4C39-BF7F-653BAEF653CC}" type="pres">
      <dgm:prSet presAssocID="{F8A646D5-099D-49E9-B478-E04DAEF65F94}" presName="childText" presStyleLbl="conFgAcc1" presStyleIdx="1" presStyleCnt="4">
        <dgm:presLayoutVars>
          <dgm:bulletEnabled val="1"/>
        </dgm:presLayoutVars>
      </dgm:prSet>
      <dgm:spPr/>
    </dgm:pt>
    <dgm:pt modelId="{D0E9BAFE-A067-490A-A255-F1185308643A}" type="pres">
      <dgm:prSet presAssocID="{23A72D7F-0BAC-49E6-A688-D06B183533F4}" presName="spaceBetweenRectangles" presStyleCnt="0"/>
      <dgm:spPr/>
    </dgm:pt>
    <dgm:pt modelId="{3E23485E-ECE2-4EB3-A364-ED6EF198C566}" type="pres">
      <dgm:prSet presAssocID="{57D28142-7C80-4AB9-8AFF-B83CFA76BE4A}" presName="parentLin" presStyleCnt="0"/>
      <dgm:spPr/>
    </dgm:pt>
    <dgm:pt modelId="{72103F51-17DF-4305-85C7-0BAD1BEEF7CF}" type="pres">
      <dgm:prSet presAssocID="{57D28142-7C80-4AB9-8AFF-B83CFA76BE4A}" presName="parentLeftMargin" presStyleLbl="node1" presStyleIdx="1" presStyleCnt="4"/>
      <dgm:spPr/>
    </dgm:pt>
    <dgm:pt modelId="{E682DC0B-46A8-44EF-AC5C-80B8D4D11D94}" type="pres">
      <dgm:prSet presAssocID="{57D28142-7C80-4AB9-8AFF-B83CFA76BE4A}" presName="parentText" presStyleLbl="node1" presStyleIdx="2" presStyleCnt="4">
        <dgm:presLayoutVars>
          <dgm:chMax val="0"/>
          <dgm:bulletEnabled val="1"/>
        </dgm:presLayoutVars>
      </dgm:prSet>
      <dgm:spPr/>
    </dgm:pt>
    <dgm:pt modelId="{5E5CE5C9-9E9F-44A5-825C-249DDD7CE4AE}" type="pres">
      <dgm:prSet presAssocID="{57D28142-7C80-4AB9-8AFF-B83CFA76BE4A}" presName="negativeSpace" presStyleCnt="0"/>
      <dgm:spPr/>
    </dgm:pt>
    <dgm:pt modelId="{8958F41A-B7B4-4D91-B9FD-3FFDDFBD257E}" type="pres">
      <dgm:prSet presAssocID="{57D28142-7C80-4AB9-8AFF-B83CFA76BE4A}" presName="childText" presStyleLbl="conFgAcc1" presStyleIdx="2" presStyleCnt="4">
        <dgm:presLayoutVars>
          <dgm:bulletEnabled val="1"/>
        </dgm:presLayoutVars>
      </dgm:prSet>
      <dgm:spPr/>
    </dgm:pt>
    <dgm:pt modelId="{97632FC0-30CA-4566-8F09-15EB6867305E}" type="pres">
      <dgm:prSet presAssocID="{F063B69A-8662-4336-9C6E-40F2FC5713BB}" presName="spaceBetweenRectangles" presStyleCnt="0"/>
      <dgm:spPr/>
    </dgm:pt>
    <dgm:pt modelId="{16411FB5-E9D6-44A1-AE6E-EE08C14ACC45}" type="pres">
      <dgm:prSet presAssocID="{BFF975EA-E10F-4743-9D3B-BF5B62C6607C}" presName="parentLin" presStyleCnt="0"/>
      <dgm:spPr/>
    </dgm:pt>
    <dgm:pt modelId="{FF4B3245-E07F-450A-BFF3-90B1B673C009}" type="pres">
      <dgm:prSet presAssocID="{BFF975EA-E10F-4743-9D3B-BF5B62C6607C}" presName="parentLeftMargin" presStyleLbl="node1" presStyleIdx="2" presStyleCnt="4"/>
      <dgm:spPr/>
    </dgm:pt>
    <dgm:pt modelId="{0C9EE46B-8F9D-421E-8D26-131990BC1715}" type="pres">
      <dgm:prSet presAssocID="{BFF975EA-E10F-4743-9D3B-BF5B62C6607C}" presName="parentText" presStyleLbl="node1" presStyleIdx="3" presStyleCnt="4">
        <dgm:presLayoutVars>
          <dgm:chMax val="0"/>
          <dgm:bulletEnabled val="1"/>
        </dgm:presLayoutVars>
      </dgm:prSet>
      <dgm:spPr/>
    </dgm:pt>
    <dgm:pt modelId="{FE7DCB35-DD1A-446F-878E-23DA82FF22D1}" type="pres">
      <dgm:prSet presAssocID="{BFF975EA-E10F-4743-9D3B-BF5B62C6607C}" presName="negativeSpace" presStyleCnt="0"/>
      <dgm:spPr/>
    </dgm:pt>
    <dgm:pt modelId="{56E27F2E-88C6-4287-B53A-257B6DBD1E78}" type="pres">
      <dgm:prSet presAssocID="{BFF975EA-E10F-4743-9D3B-BF5B62C6607C}" presName="childText" presStyleLbl="conFgAcc1" presStyleIdx="3" presStyleCnt="4">
        <dgm:presLayoutVars>
          <dgm:bulletEnabled val="1"/>
        </dgm:presLayoutVars>
      </dgm:prSet>
      <dgm:spPr/>
    </dgm:pt>
  </dgm:ptLst>
  <dgm:cxnLst>
    <dgm:cxn modelId="{2C124305-201E-4F45-9678-078B1F49CD16}" type="presOf" srcId="{FE846B6F-0E1A-4E42-AE8A-7144B3FA2835}" destId="{EE96CDEE-CF55-40E8-B599-ECC9F47213B8}" srcOrd="1" destOrd="0" presId="urn:microsoft.com/office/officeart/2005/8/layout/list1"/>
    <dgm:cxn modelId="{99F4C311-F6C4-416C-947E-845ACA3F2161}" type="presOf" srcId="{F8A646D5-099D-49E9-B478-E04DAEF65F94}" destId="{9E0307BC-2ABD-4319-BF8F-5D303D5A4EE2}" srcOrd="1" destOrd="0" presId="urn:microsoft.com/office/officeart/2005/8/layout/list1"/>
    <dgm:cxn modelId="{87C1191A-4E28-40BE-AEF5-BA9265ABB8A7}" type="presOf" srcId="{FE846B6F-0E1A-4E42-AE8A-7144B3FA2835}" destId="{41BA4445-E3E6-4570-8AFD-93B4CD06612B}" srcOrd="0" destOrd="0" presId="urn:microsoft.com/office/officeart/2005/8/layout/list1"/>
    <dgm:cxn modelId="{CF834C1B-D823-42D3-B423-19B203CEBCE0}" type="presOf" srcId="{4D6CC7CF-FF06-49DE-BC3B-ACD4932C32E6}" destId="{475327BA-80FC-4947-B5ED-7EF90A8DA97D}" srcOrd="0" destOrd="0" presId="urn:microsoft.com/office/officeart/2005/8/layout/list1"/>
    <dgm:cxn modelId="{03C02B32-B74A-4C8B-B2B6-35B5B9A8BBC2}" srcId="{BFF975EA-E10F-4743-9D3B-BF5B62C6607C}" destId="{D028ED72-1F3E-4BD7-BD2C-FF6A93DA1250}" srcOrd="3" destOrd="0" parTransId="{686EF223-430D-4008-AB1D-52E1A86B4875}" sibTransId="{94C98AD1-A0FE-4872-9DA0-93770D40CAB1}"/>
    <dgm:cxn modelId="{8E42033A-4B1F-4D62-9461-613A3807D00A}" type="presOf" srcId="{066FCDA9-C104-48C8-9FB0-0FD831F21693}" destId="{56E27F2E-88C6-4287-B53A-257B6DBD1E78}" srcOrd="0" destOrd="0" presId="urn:microsoft.com/office/officeart/2005/8/layout/list1"/>
    <dgm:cxn modelId="{5F22C15F-0E7D-4CF0-B4BF-C55E46BC61BD}" type="presOf" srcId="{57D28142-7C80-4AB9-8AFF-B83CFA76BE4A}" destId="{E682DC0B-46A8-44EF-AC5C-80B8D4D11D94}" srcOrd="1" destOrd="0" presId="urn:microsoft.com/office/officeart/2005/8/layout/list1"/>
    <dgm:cxn modelId="{9B096C41-CF59-41B8-BC3A-0C54155E24CA}" srcId="{BFF975EA-E10F-4743-9D3B-BF5B62C6607C}" destId="{066FCDA9-C104-48C8-9FB0-0FD831F21693}" srcOrd="0" destOrd="0" parTransId="{F31759BA-B5B3-4901-8A52-865DFDBEB0BF}" sibTransId="{8A9C0D0F-BC18-4FAC-9FBD-1D619BA53B5D}"/>
    <dgm:cxn modelId="{D910FF71-22BE-4C2D-94F7-C70BACF87B38}" type="presOf" srcId="{BFF975EA-E10F-4743-9D3B-BF5B62C6607C}" destId="{0C9EE46B-8F9D-421E-8D26-131990BC1715}" srcOrd="1" destOrd="0" presId="urn:microsoft.com/office/officeart/2005/8/layout/list1"/>
    <dgm:cxn modelId="{7ED4EA81-4B15-4620-B591-AD2AA6D15FC4}" srcId="{4D6CC7CF-FF06-49DE-BC3B-ACD4932C32E6}" destId="{F8A646D5-099D-49E9-B478-E04DAEF65F94}" srcOrd="1" destOrd="0" parTransId="{30E62F2A-23C3-49E4-9870-9D03AC64B50A}" sibTransId="{23A72D7F-0BAC-49E6-A688-D06B183533F4}"/>
    <dgm:cxn modelId="{0E22188C-A400-4906-BED1-C875A3491DD6}" type="presOf" srcId="{141673F0-12D8-4A57-B2A2-9EA62A572921}" destId="{56E27F2E-88C6-4287-B53A-257B6DBD1E78}" srcOrd="0" destOrd="1" presId="urn:microsoft.com/office/officeart/2005/8/layout/list1"/>
    <dgm:cxn modelId="{BAC7C68D-7047-43DF-9199-4051490CEA9B}" srcId="{BFF975EA-E10F-4743-9D3B-BF5B62C6607C}" destId="{141673F0-12D8-4A57-B2A2-9EA62A572921}" srcOrd="1" destOrd="0" parTransId="{D6F92933-3233-48F7-A133-1591133A3927}" sibTransId="{493FD55D-1782-4FAE-BB20-3B7E53450FFB}"/>
    <dgm:cxn modelId="{0390B78E-0B50-4C73-B011-4174A00E0D4F}" srcId="{BFF975EA-E10F-4743-9D3B-BF5B62C6607C}" destId="{5B9BDE54-AA1B-48ED-838B-DF09FF273C49}" srcOrd="2" destOrd="0" parTransId="{FCC0D2D6-457C-4431-B860-26D1CEF9AB99}" sibTransId="{B6FB0A6D-1E96-4122-98B9-AF02D5A7C581}"/>
    <dgm:cxn modelId="{12E73994-3A3F-4DB9-808B-F809D11BE6FB}" srcId="{4D6CC7CF-FF06-49DE-BC3B-ACD4932C32E6}" destId="{FE846B6F-0E1A-4E42-AE8A-7144B3FA2835}" srcOrd="0" destOrd="0" parTransId="{C8123DA4-0042-44A1-AA18-F0C0D9EE21F3}" sibTransId="{0909641F-5706-4159-BEF0-BE9BCED474C9}"/>
    <dgm:cxn modelId="{5AF5209D-89A5-4BE1-8ABB-A5B9C118C856}" type="presOf" srcId="{57D28142-7C80-4AB9-8AFF-B83CFA76BE4A}" destId="{72103F51-17DF-4305-85C7-0BAD1BEEF7CF}" srcOrd="0" destOrd="0" presId="urn:microsoft.com/office/officeart/2005/8/layout/list1"/>
    <dgm:cxn modelId="{2425E7A9-515E-451A-8AF9-5C73C78EE92B}" type="presOf" srcId="{F8A646D5-099D-49E9-B478-E04DAEF65F94}" destId="{EB71AEC4-4A4E-4967-B414-B2F68EBC7C41}" srcOrd="0" destOrd="0" presId="urn:microsoft.com/office/officeart/2005/8/layout/list1"/>
    <dgm:cxn modelId="{FF30A0B1-7943-4EA6-AAC6-69E1386A35C7}" srcId="{4D6CC7CF-FF06-49DE-BC3B-ACD4932C32E6}" destId="{57D28142-7C80-4AB9-8AFF-B83CFA76BE4A}" srcOrd="2" destOrd="0" parTransId="{D232AD55-546F-4AB7-B19C-92E72FE48138}" sibTransId="{F063B69A-8662-4336-9C6E-40F2FC5713BB}"/>
    <dgm:cxn modelId="{C0F2ACB9-71B5-4D1C-8658-A5B18FEE0176}" srcId="{4D6CC7CF-FF06-49DE-BC3B-ACD4932C32E6}" destId="{BFF975EA-E10F-4743-9D3B-BF5B62C6607C}" srcOrd="3" destOrd="0" parTransId="{B75C454F-C884-4A8D-B710-BB3E3F732967}" sibTransId="{49F7028C-9CB6-48D8-98EB-363D4ABE93F5}"/>
    <dgm:cxn modelId="{44B474BD-C2FC-4EDE-8629-8B4F04F0A37F}" type="presOf" srcId="{BFF975EA-E10F-4743-9D3B-BF5B62C6607C}" destId="{FF4B3245-E07F-450A-BFF3-90B1B673C009}" srcOrd="0" destOrd="0" presId="urn:microsoft.com/office/officeart/2005/8/layout/list1"/>
    <dgm:cxn modelId="{81A630E5-8367-4279-BB7F-968E82F55319}" type="presOf" srcId="{D028ED72-1F3E-4BD7-BD2C-FF6A93DA1250}" destId="{56E27F2E-88C6-4287-B53A-257B6DBD1E78}" srcOrd="0" destOrd="3" presId="urn:microsoft.com/office/officeart/2005/8/layout/list1"/>
    <dgm:cxn modelId="{760977F6-7393-439E-BEF6-D499B628F86A}" type="presOf" srcId="{5B9BDE54-AA1B-48ED-838B-DF09FF273C49}" destId="{56E27F2E-88C6-4287-B53A-257B6DBD1E78}" srcOrd="0" destOrd="2" presId="urn:microsoft.com/office/officeart/2005/8/layout/list1"/>
    <dgm:cxn modelId="{ACA16A30-6C91-470D-8FF3-D8E4B32B40A0}" type="presParOf" srcId="{475327BA-80FC-4947-B5ED-7EF90A8DA97D}" destId="{6300A9B9-3A77-478F-8C9C-BE997D28F0B0}" srcOrd="0" destOrd="0" presId="urn:microsoft.com/office/officeart/2005/8/layout/list1"/>
    <dgm:cxn modelId="{5E95362E-F902-4C77-8642-28759E0989BC}" type="presParOf" srcId="{6300A9B9-3A77-478F-8C9C-BE997D28F0B0}" destId="{41BA4445-E3E6-4570-8AFD-93B4CD06612B}" srcOrd="0" destOrd="0" presId="urn:microsoft.com/office/officeart/2005/8/layout/list1"/>
    <dgm:cxn modelId="{8619221D-B571-4E1C-AB65-5DC3FE459787}" type="presParOf" srcId="{6300A9B9-3A77-478F-8C9C-BE997D28F0B0}" destId="{EE96CDEE-CF55-40E8-B599-ECC9F47213B8}" srcOrd="1" destOrd="0" presId="urn:microsoft.com/office/officeart/2005/8/layout/list1"/>
    <dgm:cxn modelId="{707B214D-7D2E-4CF4-96B1-128A0EDDA998}" type="presParOf" srcId="{475327BA-80FC-4947-B5ED-7EF90A8DA97D}" destId="{16ECFFF5-549F-41EA-B51D-BF49EFB5FE5B}" srcOrd="1" destOrd="0" presId="urn:microsoft.com/office/officeart/2005/8/layout/list1"/>
    <dgm:cxn modelId="{00441165-DEAD-4DCE-AD5B-B692E8A17DA2}" type="presParOf" srcId="{475327BA-80FC-4947-B5ED-7EF90A8DA97D}" destId="{B5B49B0C-DF1F-42AC-9196-0843470080C2}" srcOrd="2" destOrd="0" presId="urn:microsoft.com/office/officeart/2005/8/layout/list1"/>
    <dgm:cxn modelId="{6780F4A2-04CB-4D46-8717-9CF153F48015}" type="presParOf" srcId="{475327BA-80FC-4947-B5ED-7EF90A8DA97D}" destId="{B65DBEFE-ADF7-4011-B049-718C89721B92}" srcOrd="3" destOrd="0" presId="urn:microsoft.com/office/officeart/2005/8/layout/list1"/>
    <dgm:cxn modelId="{4350F36F-817C-41B6-B1A1-F8F5AF3E1F5C}" type="presParOf" srcId="{475327BA-80FC-4947-B5ED-7EF90A8DA97D}" destId="{A9B14483-B68F-4E82-8A7A-26D62672C259}" srcOrd="4" destOrd="0" presId="urn:microsoft.com/office/officeart/2005/8/layout/list1"/>
    <dgm:cxn modelId="{B32650CB-BB45-49D9-9AFD-81ECE0435E5D}" type="presParOf" srcId="{A9B14483-B68F-4E82-8A7A-26D62672C259}" destId="{EB71AEC4-4A4E-4967-B414-B2F68EBC7C41}" srcOrd="0" destOrd="0" presId="urn:microsoft.com/office/officeart/2005/8/layout/list1"/>
    <dgm:cxn modelId="{35F30949-9750-4E6C-89F4-D3395A604367}" type="presParOf" srcId="{A9B14483-B68F-4E82-8A7A-26D62672C259}" destId="{9E0307BC-2ABD-4319-BF8F-5D303D5A4EE2}" srcOrd="1" destOrd="0" presId="urn:microsoft.com/office/officeart/2005/8/layout/list1"/>
    <dgm:cxn modelId="{8DFC877B-091D-4B00-95FE-C9D4D7B2315D}" type="presParOf" srcId="{475327BA-80FC-4947-B5ED-7EF90A8DA97D}" destId="{44123F2E-979E-46EF-ADB9-76341FAD2334}" srcOrd="5" destOrd="0" presId="urn:microsoft.com/office/officeart/2005/8/layout/list1"/>
    <dgm:cxn modelId="{C504534F-C434-4C32-8570-8114F6698D90}" type="presParOf" srcId="{475327BA-80FC-4947-B5ED-7EF90A8DA97D}" destId="{3B4202D8-F4AC-4C39-BF7F-653BAEF653CC}" srcOrd="6" destOrd="0" presId="urn:microsoft.com/office/officeart/2005/8/layout/list1"/>
    <dgm:cxn modelId="{E318F72A-5908-47D8-9A3E-F1E4C882AB97}" type="presParOf" srcId="{475327BA-80FC-4947-B5ED-7EF90A8DA97D}" destId="{D0E9BAFE-A067-490A-A255-F1185308643A}" srcOrd="7" destOrd="0" presId="urn:microsoft.com/office/officeart/2005/8/layout/list1"/>
    <dgm:cxn modelId="{80D44FDB-9B9B-473C-8828-C726067AE064}" type="presParOf" srcId="{475327BA-80FC-4947-B5ED-7EF90A8DA97D}" destId="{3E23485E-ECE2-4EB3-A364-ED6EF198C566}" srcOrd="8" destOrd="0" presId="urn:microsoft.com/office/officeart/2005/8/layout/list1"/>
    <dgm:cxn modelId="{3237DF78-02E8-4820-94B6-752B7631C9C2}" type="presParOf" srcId="{3E23485E-ECE2-4EB3-A364-ED6EF198C566}" destId="{72103F51-17DF-4305-85C7-0BAD1BEEF7CF}" srcOrd="0" destOrd="0" presId="urn:microsoft.com/office/officeart/2005/8/layout/list1"/>
    <dgm:cxn modelId="{50B69BFA-B9DA-4670-BC93-C8CFD8FDC130}" type="presParOf" srcId="{3E23485E-ECE2-4EB3-A364-ED6EF198C566}" destId="{E682DC0B-46A8-44EF-AC5C-80B8D4D11D94}" srcOrd="1" destOrd="0" presId="urn:microsoft.com/office/officeart/2005/8/layout/list1"/>
    <dgm:cxn modelId="{CDB2541A-F485-4878-ABAE-5CBF395BC1C0}" type="presParOf" srcId="{475327BA-80FC-4947-B5ED-7EF90A8DA97D}" destId="{5E5CE5C9-9E9F-44A5-825C-249DDD7CE4AE}" srcOrd="9" destOrd="0" presId="urn:microsoft.com/office/officeart/2005/8/layout/list1"/>
    <dgm:cxn modelId="{5679CDC9-02B9-441C-B486-53C5F540C676}" type="presParOf" srcId="{475327BA-80FC-4947-B5ED-7EF90A8DA97D}" destId="{8958F41A-B7B4-4D91-B9FD-3FFDDFBD257E}" srcOrd="10" destOrd="0" presId="urn:microsoft.com/office/officeart/2005/8/layout/list1"/>
    <dgm:cxn modelId="{E3455470-E792-40D7-82A4-123329161920}" type="presParOf" srcId="{475327BA-80FC-4947-B5ED-7EF90A8DA97D}" destId="{97632FC0-30CA-4566-8F09-15EB6867305E}" srcOrd="11" destOrd="0" presId="urn:microsoft.com/office/officeart/2005/8/layout/list1"/>
    <dgm:cxn modelId="{5AE21D8A-FE75-4F25-A4C7-EEDE993D898C}" type="presParOf" srcId="{475327BA-80FC-4947-B5ED-7EF90A8DA97D}" destId="{16411FB5-E9D6-44A1-AE6E-EE08C14ACC45}" srcOrd="12" destOrd="0" presId="urn:microsoft.com/office/officeart/2005/8/layout/list1"/>
    <dgm:cxn modelId="{6EE90ECC-000D-440D-AC3A-F27A7AE62D4D}" type="presParOf" srcId="{16411FB5-E9D6-44A1-AE6E-EE08C14ACC45}" destId="{FF4B3245-E07F-450A-BFF3-90B1B673C009}" srcOrd="0" destOrd="0" presId="urn:microsoft.com/office/officeart/2005/8/layout/list1"/>
    <dgm:cxn modelId="{61096FB7-6F19-494A-8FC2-94897689732F}" type="presParOf" srcId="{16411FB5-E9D6-44A1-AE6E-EE08C14ACC45}" destId="{0C9EE46B-8F9D-421E-8D26-131990BC1715}" srcOrd="1" destOrd="0" presId="urn:microsoft.com/office/officeart/2005/8/layout/list1"/>
    <dgm:cxn modelId="{7F1E7288-E43B-4188-8421-9A957BDC21DC}" type="presParOf" srcId="{475327BA-80FC-4947-B5ED-7EF90A8DA97D}" destId="{FE7DCB35-DD1A-446F-878E-23DA82FF22D1}" srcOrd="13" destOrd="0" presId="urn:microsoft.com/office/officeart/2005/8/layout/list1"/>
    <dgm:cxn modelId="{D99964E5-E11E-4FF5-AAC0-F0E7AE9E83B0}" type="presParOf" srcId="{475327BA-80FC-4947-B5ED-7EF90A8DA97D}" destId="{56E27F2E-88C6-4287-B53A-257B6DBD1E78}" srcOrd="14" destOrd="0" presId="urn:microsoft.com/office/officeart/2005/8/layout/list1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4.xml><?xml version="1.0" encoding="utf-8"?>
<dgm:dataModel xmlns:dgm="http://schemas.openxmlformats.org/drawingml/2006/diagram" xmlns:a="http://schemas.openxmlformats.org/drawingml/2006/main">
  <dgm:ptLst>
    <dgm:pt modelId="{53DF0B5F-F934-4D7D-8DFB-67BEFD846A3E}" type="doc">
      <dgm:prSet loTypeId="urn:microsoft.com/office/officeart/2005/8/layout/vList2" loCatId="list" qsTypeId="urn:microsoft.com/office/officeart/2005/8/quickstyle/simple4" qsCatId="simple" csTypeId="urn:microsoft.com/office/officeart/2005/8/colors/colorful2" csCatId="colorful"/>
      <dgm:spPr/>
      <dgm:t>
        <a:bodyPr/>
        <a:lstStyle/>
        <a:p>
          <a:endParaRPr lang="en-US"/>
        </a:p>
      </dgm:t>
    </dgm:pt>
    <dgm:pt modelId="{031AFC8A-3A68-4AC2-92F2-8BDFC00F2CF7}">
      <dgm:prSet/>
      <dgm:spPr/>
      <dgm:t>
        <a:bodyPr/>
        <a:lstStyle/>
        <a:p>
          <a:r>
            <a:rPr lang="en-US"/>
            <a:t>All charts created using Pivot Tables</a:t>
          </a:r>
        </a:p>
      </dgm:t>
    </dgm:pt>
    <dgm:pt modelId="{96BBB18B-F987-4E44-B512-C0903B40550F}" type="parTrans" cxnId="{55619F63-1258-49EE-A901-8E325B4F7B8A}">
      <dgm:prSet/>
      <dgm:spPr/>
      <dgm:t>
        <a:bodyPr/>
        <a:lstStyle/>
        <a:p>
          <a:endParaRPr lang="en-US"/>
        </a:p>
      </dgm:t>
    </dgm:pt>
    <dgm:pt modelId="{6B17B591-C0A6-44DF-9A75-6C04C0348D8A}" type="sibTrans" cxnId="{55619F63-1258-49EE-A901-8E325B4F7B8A}">
      <dgm:prSet/>
      <dgm:spPr/>
      <dgm:t>
        <a:bodyPr/>
        <a:lstStyle/>
        <a:p>
          <a:endParaRPr lang="en-US"/>
        </a:p>
      </dgm:t>
    </dgm:pt>
    <dgm:pt modelId="{E4A600E7-DF23-4490-9134-25098EB28CD7}">
      <dgm:prSet/>
      <dgm:spPr/>
      <dgm:t>
        <a:bodyPr/>
        <a:lstStyle/>
        <a:p>
          <a:r>
            <a:rPr lang="en-US"/>
            <a:t>Focused on clarity, patterns, and insights</a:t>
          </a:r>
        </a:p>
      </dgm:t>
    </dgm:pt>
    <dgm:pt modelId="{29593138-8844-44A9-8D3F-53DCB36FAC63}" type="parTrans" cxnId="{6B7EF8FC-AA33-44E5-8F9B-9E0C94625769}">
      <dgm:prSet/>
      <dgm:spPr/>
      <dgm:t>
        <a:bodyPr/>
        <a:lstStyle/>
        <a:p>
          <a:endParaRPr lang="en-US"/>
        </a:p>
      </dgm:t>
    </dgm:pt>
    <dgm:pt modelId="{06848167-C05B-4008-B1C1-2D8A8F860C27}" type="sibTrans" cxnId="{6B7EF8FC-AA33-44E5-8F9B-9E0C94625769}">
      <dgm:prSet/>
      <dgm:spPr/>
      <dgm:t>
        <a:bodyPr/>
        <a:lstStyle/>
        <a:p>
          <a:endParaRPr lang="en-US"/>
        </a:p>
      </dgm:t>
    </dgm:pt>
    <dgm:pt modelId="{BD81773A-55C3-42C6-B404-F90B13057EC6}">
      <dgm:prSet/>
      <dgm:spPr/>
      <dgm:t>
        <a:bodyPr/>
        <a:lstStyle/>
        <a:p>
          <a:r>
            <a:rPr lang="en-US"/>
            <a:t>Visualizations used:</a:t>
          </a:r>
        </a:p>
      </dgm:t>
    </dgm:pt>
    <dgm:pt modelId="{E40853DD-23E8-4400-A06D-BA03E9E48BDD}" type="parTrans" cxnId="{B7263BB0-5BDE-4B8F-9AE8-D1F9C8AAEA3C}">
      <dgm:prSet/>
      <dgm:spPr/>
      <dgm:t>
        <a:bodyPr/>
        <a:lstStyle/>
        <a:p>
          <a:endParaRPr lang="en-US"/>
        </a:p>
      </dgm:t>
    </dgm:pt>
    <dgm:pt modelId="{65036637-FEAA-43D7-9AA8-3A1FC77E18FE}" type="sibTrans" cxnId="{B7263BB0-5BDE-4B8F-9AE8-D1F9C8AAEA3C}">
      <dgm:prSet/>
      <dgm:spPr/>
      <dgm:t>
        <a:bodyPr/>
        <a:lstStyle/>
        <a:p>
          <a:endParaRPr lang="en-US"/>
        </a:p>
      </dgm:t>
    </dgm:pt>
    <dgm:pt modelId="{A233B3A6-E72F-441A-8F83-693798299C16}">
      <dgm:prSet/>
      <dgm:spPr/>
      <dgm:t>
        <a:bodyPr/>
        <a:lstStyle/>
        <a:p>
          <a:r>
            <a:rPr lang="en-US"/>
            <a:t>Line chart</a:t>
          </a:r>
        </a:p>
      </dgm:t>
    </dgm:pt>
    <dgm:pt modelId="{6F80D3B3-DB26-4ED5-AC59-78AACF185F78}" type="parTrans" cxnId="{F4BB6A2F-38A5-4479-B0BB-3BC1591BC8F7}">
      <dgm:prSet/>
      <dgm:spPr/>
      <dgm:t>
        <a:bodyPr/>
        <a:lstStyle/>
        <a:p>
          <a:endParaRPr lang="en-US"/>
        </a:p>
      </dgm:t>
    </dgm:pt>
    <dgm:pt modelId="{FC3A3CF5-411C-47F3-9758-2412C13C3B93}" type="sibTrans" cxnId="{F4BB6A2F-38A5-4479-B0BB-3BC1591BC8F7}">
      <dgm:prSet/>
      <dgm:spPr/>
      <dgm:t>
        <a:bodyPr/>
        <a:lstStyle/>
        <a:p>
          <a:endParaRPr lang="en-US"/>
        </a:p>
      </dgm:t>
    </dgm:pt>
    <dgm:pt modelId="{BA41F608-1FF2-4DC7-9240-D690FC084343}">
      <dgm:prSet/>
      <dgm:spPr/>
      <dgm:t>
        <a:bodyPr/>
        <a:lstStyle/>
        <a:p>
          <a:r>
            <a:rPr lang="en-US"/>
            <a:t>Bar chart</a:t>
          </a:r>
        </a:p>
      </dgm:t>
    </dgm:pt>
    <dgm:pt modelId="{47DC43E1-C5A9-40FE-AF05-70FAF3AAB93E}" type="parTrans" cxnId="{10CA31EE-6FC8-4B41-9FD0-B70342C2D9A7}">
      <dgm:prSet/>
      <dgm:spPr/>
      <dgm:t>
        <a:bodyPr/>
        <a:lstStyle/>
        <a:p>
          <a:endParaRPr lang="en-US"/>
        </a:p>
      </dgm:t>
    </dgm:pt>
    <dgm:pt modelId="{3EA45CFC-7CA0-4CAD-8CC1-17326D100371}" type="sibTrans" cxnId="{10CA31EE-6FC8-4B41-9FD0-B70342C2D9A7}">
      <dgm:prSet/>
      <dgm:spPr/>
      <dgm:t>
        <a:bodyPr/>
        <a:lstStyle/>
        <a:p>
          <a:endParaRPr lang="en-US"/>
        </a:p>
      </dgm:t>
    </dgm:pt>
    <dgm:pt modelId="{DCC590B6-71C3-4139-B9E6-0F6717964ECE}">
      <dgm:prSet/>
      <dgm:spPr/>
      <dgm:t>
        <a:bodyPr/>
        <a:lstStyle/>
        <a:p>
          <a:r>
            <a:rPr lang="en-US"/>
            <a:t>Pie chart</a:t>
          </a:r>
        </a:p>
      </dgm:t>
    </dgm:pt>
    <dgm:pt modelId="{60B3FC76-F59F-48B4-AE48-47B076950821}" type="parTrans" cxnId="{D5BB7F19-3B5A-4A68-8D34-A3F19AAB2FED}">
      <dgm:prSet/>
      <dgm:spPr/>
      <dgm:t>
        <a:bodyPr/>
        <a:lstStyle/>
        <a:p>
          <a:endParaRPr lang="en-US"/>
        </a:p>
      </dgm:t>
    </dgm:pt>
    <dgm:pt modelId="{FC2327B6-2651-41A2-A3AC-FA4DA1A0DC28}" type="sibTrans" cxnId="{D5BB7F19-3B5A-4A68-8D34-A3F19AAB2FED}">
      <dgm:prSet/>
      <dgm:spPr/>
      <dgm:t>
        <a:bodyPr/>
        <a:lstStyle/>
        <a:p>
          <a:endParaRPr lang="en-US"/>
        </a:p>
      </dgm:t>
    </dgm:pt>
    <dgm:pt modelId="{FF30FE5F-C9E4-4D6E-8953-14CDB725F7E0}">
      <dgm:prSet/>
      <dgm:spPr/>
      <dgm:t>
        <a:bodyPr/>
        <a:lstStyle/>
        <a:p>
          <a:r>
            <a:rPr lang="en-US"/>
            <a:t>Column chart</a:t>
          </a:r>
        </a:p>
      </dgm:t>
    </dgm:pt>
    <dgm:pt modelId="{61582716-B7D9-4963-9508-B872C99C0EAC}" type="parTrans" cxnId="{9F8787FB-4953-4F59-AC27-71EE5C7037AE}">
      <dgm:prSet/>
      <dgm:spPr/>
      <dgm:t>
        <a:bodyPr/>
        <a:lstStyle/>
        <a:p>
          <a:endParaRPr lang="en-US"/>
        </a:p>
      </dgm:t>
    </dgm:pt>
    <dgm:pt modelId="{2B33AB1E-30F5-4B5B-A1E3-3F552D46FE27}" type="sibTrans" cxnId="{9F8787FB-4953-4F59-AC27-71EE5C7037AE}">
      <dgm:prSet/>
      <dgm:spPr/>
      <dgm:t>
        <a:bodyPr/>
        <a:lstStyle/>
        <a:p>
          <a:endParaRPr lang="en-US"/>
        </a:p>
      </dgm:t>
    </dgm:pt>
    <dgm:pt modelId="{9355A782-22F4-47AB-B421-25519EFC6728}">
      <dgm:prSet/>
      <dgm:spPr/>
      <dgm:t>
        <a:bodyPr/>
        <a:lstStyle/>
        <a:p>
          <a:r>
            <a:rPr lang="en-US"/>
            <a:t>Weather relationship chart</a:t>
          </a:r>
        </a:p>
      </dgm:t>
    </dgm:pt>
    <dgm:pt modelId="{192A984B-4C7F-4AA0-9BDD-5E25880720BB}" type="parTrans" cxnId="{A1D99CE0-D456-455E-82EB-A891E23C2F14}">
      <dgm:prSet/>
      <dgm:spPr/>
      <dgm:t>
        <a:bodyPr/>
        <a:lstStyle/>
        <a:p>
          <a:endParaRPr lang="en-US"/>
        </a:p>
      </dgm:t>
    </dgm:pt>
    <dgm:pt modelId="{1ADFAE77-B877-4C8F-97A0-0433E3EB7F55}" type="sibTrans" cxnId="{A1D99CE0-D456-455E-82EB-A891E23C2F14}">
      <dgm:prSet/>
      <dgm:spPr/>
      <dgm:t>
        <a:bodyPr/>
        <a:lstStyle/>
        <a:p>
          <a:endParaRPr lang="en-US"/>
        </a:p>
      </dgm:t>
    </dgm:pt>
    <dgm:pt modelId="{1306FB75-36C2-4A02-BC2E-84EA3C2F2304}">
      <dgm:prSet/>
      <dgm:spPr/>
      <dgm:t>
        <a:bodyPr/>
        <a:lstStyle/>
        <a:p>
          <a:r>
            <a:rPr lang="en-US"/>
            <a:t>Interactive slicers added for dynamic filtering</a:t>
          </a:r>
        </a:p>
      </dgm:t>
    </dgm:pt>
    <dgm:pt modelId="{2C151D90-03CA-48BC-B2F5-AA031D9FAEA4}" type="parTrans" cxnId="{AAE7F38D-7EB1-4052-B0C1-A42DACB8A49F}">
      <dgm:prSet/>
      <dgm:spPr/>
      <dgm:t>
        <a:bodyPr/>
        <a:lstStyle/>
        <a:p>
          <a:endParaRPr lang="en-US"/>
        </a:p>
      </dgm:t>
    </dgm:pt>
    <dgm:pt modelId="{3418ADA1-C869-41FD-BF92-C0D7F218D06B}" type="sibTrans" cxnId="{AAE7F38D-7EB1-4052-B0C1-A42DACB8A49F}">
      <dgm:prSet/>
      <dgm:spPr/>
      <dgm:t>
        <a:bodyPr/>
        <a:lstStyle/>
        <a:p>
          <a:endParaRPr lang="en-US"/>
        </a:p>
      </dgm:t>
    </dgm:pt>
    <dgm:pt modelId="{AA5531EF-12C6-43ED-94BD-11453860DE15}" type="pres">
      <dgm:prSet presAssocID="{53DF0B5F-F934-4D7D-8DFB-67BEFD846A3E}" presName="linear" presStyleCnt="0">
        <dgm:presLayoutVars>
          <dgm:animLvl val="lvl"/>
          <dgm:resizeHandles val="exact"/>
        </dgm:presLayoutVars>
      </dgm:prSet>
      <dgm:spPr/>
    </dgm:pt>
    <dgm:pt modelId="{7046B42A-3321-474B-8C75-57D90ED51E5E}" type="pres">
      <dgm:prSet presAssocID="{031AFC8A-3A68-4AC2-92F2-8BDFC00F2CF7}" presName="parentText" presStyleLbl="node1" presStyleIdx="0" presStyleCnt="5">
        <dgm:presLayoutVars>
          <dgm:chMax val="0"/>
          <dgm:bulletEnabled val="1"/>
        </dgm:presLayoutVars>
      </dgm:prSet>
      <dgm:spPr/>
    </dgm:pt>
    <dgm:pt modelId="{067BB25E-D703-4397-8946-C0BB45E3CDEF}" type="pres">
      <dgm:prSet presAssocID="{6B17B591-C0A6-44DF-9A75-6C04C0348D8A}" presName="spacer" presStyleCnt="0"/>
      <dgm:spPr/>
    </dgm:pt>
    <dgm:pt modelId="{55B229D8-392F-47E7-9474-358F483D8EAF}" type="pres">
      <dgm:prSet presAssocID="{E4A600E7-DF23-4490-9134-25098EB28CD7}" presName="parentText" presStyleLbl="node1" presStyleIdx="1" presStyleCnt="5">
        <dgm:presLayoutVars>
          <dgm:chMax val="0"/>
          <dgm:bulletEnabled val="1"/>
        </dgm:presLayoutVars>
      </dgm:prSet>
      <dgm:spPr/>
    </dgm:pt>
    <dgm:pt modelId="{7815CC06-0B84-4858-91E1-F2178B96CC96}" type="pres">
      <dgm:prSet presAssocID="{06848167-C05B-4008-B1C1-2D8A8F860C27}" presName="spacer" presStyleCnt="0"/>
      <dgm:spPr/>
    </dgm:pt>
    <dgm:pt modelId="{314C442B-9F76-4F01-B212-CA4977976526}" type="pres">
      <dgm:prSet presAssocID="{BD81773A-55C3-42C6-B404-F90B13057EC6}" presName="parentText" presStyleLbl="node1" presStyleIdx="2" presStyleCnt="5">
        <dgm:presLayoutVars>
          <dgm:chMax val="0"/>
          <dgm:bulletEnabled val="1"/>
        </dgm:presLayoutVars>
      </dgm:prSet>
      <dgm:spPr/>
    </dgm:pt>
    <dgm:pt modelId="{7F97F95D-8B07-43FF-94C4-34A55AE758DD}" type="pres">
      <dgm:prSet presAssocID="{65036637-FEAA-43D7-9AA8-3A1FC77E18FE}" presName="spacer" presStyleCnt="0"/>
      <dgm:spPr/>
    </dgm:pt>
    <dgm:pt modelId="{35ACB001-39B2-473D-A6D6-A96DCEA87776}" type="pres">
      <dgm:prSet presAssocID="{A233B3A6-E72F-441A-8F83-693798299C16}" presName="parentText" presStyleLbl="node1" presStyleIdx="3" presStyleCnt="5">
        <dgm:presLayoutVars>
          <dgm:chMax val="0"/>
          <dgm:bulletEnabled val="1"/>
        </dgm:presLayoutVars>
      </dgm:prSet>
      <dgm:spPr/>
    </dgm:pt>
    <dgm:pt modelId="{47F8E2B4-52DF-417B-BD25-5B0270A63D95}" type="pres">
      <dgm:prSet presAssocID="{A233B3A6-E72F-441A-8F83-693798299C16}" presName="childText" presStyleLbl="revTx" presStyleIdx="0" presStyleCnt="1">
        <dgm:presLayoutVars>
          <dgm:bulletEnabled val="1"/>
        </dgm:presLayoutVars>
      </dgm:prSet>
      <dgm:spPr/>
    </dgm:pt>
    <dgm:pt modelId="{F9BA741D-8342-4442-8AC7-82EBD88A385A}" type="pres">
      <dgm:prSet presAssocID="{1306FB75-36C2-4A02-BC2E-84EA3C2F2304}" presName="parentText" presStyleLbl="node1" presStyleIdx="4" presStyleCnt="5">
        <dgm:presLayoutVars>
          <dgm:chMax val="0"/>
          <dgm:bulletEnabled val="1"/>
        </dgm:presLayoutVars>
      </dgm:prSet>
      <dgm:spPr/>
    </dgm:pt>
  </dgm:ptLst>
  <dgm:cxnLst>
    <dgm:cxn modelId="{0AF1A90C-C672-49E2-BC9F-9CB148D45FAA}" type="presOf" srcId="{BD81773A-55C3-42C6-B404-F90B13057EC6}" destId="{314C442B-9F76-4F01-B212-CA4977976526}" srcOrd="0" destOrd="0" presId="urn:microsoft.com/office/officeart/2005/8/layout/vList2"/>
    <dgm:cxn modelId="{D5BB7F19-3B5A-4A68-8D34-A3F19AAB2FED}" srcId="{A233B3A6-E72F-441A-8F83-693798299C16}" destId="{DCC590B6-71C3-4139-B9E6-0F6717964ECE}" srcOrd="1" destOrd="0" parTransId="{60B3FC76-F59F-48B4-AE48-47B076950821}" sibTransId="{FC2327B6-2651-41A2-A3AC-FA4DA1A0DC28}"/>
    <dgm:cxn modelId="{F4BB6A2F-38A5-4479-B0BB-3BC1591BC8F7}" srcId="{53DF0B5F-F934-4D7D-8DFB-67BEFD846A3E}" destId="{A233B3A6-E72F-441A-8F83-693798299C16}" srcOrd="3" destOrd="0" parTransId="{6F80D3B3-DB26-4ED5-AC59-78AACF185F78}" sibTransId="{FC3A3CF5-411C-47F3-9758-2412C13C3B93}"/>
    <dgm:cxn modelId="{2022635D-334A-4DFD-A49B-97F0B732B9A4}" type="presOf" srcId="{9355A782-22F4-47AB-B421-25519EFC6728}" destId="{47F8E2B4-52DF-417B-BD25-5B0270A63D95}" srcOrd="0" destOrd="3" presId="urn:microsoft.com/office/officeart/2005/8/layout/vList2"/>
    <dgm:cxn modelId="{55619F63-1258-49EE-A901-8E325B4F7B8A}" srcId="{53DF0B5F-F934-4D7D-8DFB-67BEFD846A3E}" destId="{031AFC8A-3A68-4AC2-92F2-8BDFC00F2CF7}" srcOrd="0" destOrd="0" parTransId="{96BBB18B-F987-4E44-B512-C0903B40550F}" sibTransId="{6B17B591-C0A6-44DF-9A75-6C04C0348D8A}"/>
    <dgm:cxn modelId="{2EC2974B-33DA-468A-8759-AF0C0937DA1F}" type="presOf" srcId="{FF30FE5F-C9E4-4D6E-8953-14CDB725F7E0}" destId="{47F8E2B4-52DF-417B-BD25-5B0270A63D95}" srcOrd="0" destOrd="2" presId="urn:microsoft.com/office/officeart/2005/8/layout/vList2"/>
    <dgm:cxn modelId="{12DF4D50-934A-424A-AE30-52132C3726A5}" type="presOf" srcId="{53DF0B5F-F934-4D7D-8DFB-67BEFD846A3E}" destId="{AA5531EF-12C6-43ED-94BD-11453860DE15}" srcOrd="0" destOrd="0" presId="urn:microsoft.com/office/officeart/2005/8/layout/vList2"/>
    <dgm:cxn modelId="{6B7CDB86-1C52-4041-AB49-4B63BEB264A2}" type="presOf" srcId="{E4A600E7-DF23-4490-9134-25098EB28CD7}" destId="{55B229D8-392F-47E7-9474-358F483D8EAF}" srcOrd="0" destOrd="0" presId="urn:microsoft.com/office/officeart/2005/8/layout/vList2"/>
    <dgm:cxn modelId="{AAE7F38D-7EB1-4052-B0C1-A42DACB8A49F}" srcId="{53DF0B5F-F934-4D7D-8DFB-67BEFD846A3E}" destId="{1306FB75-36C2-4A02-BC2E-84EA3C2F2304}" srcOrd="4" destOrd="0" parTransId="{2C151D90-03CA-48BC-B2F5-AA031D9FAEA4}" sibTransId="{3418ADA1-C869-41FD-BF92-C0D7F218D06B}"/>
    <dgm:cxn modelId="{B7263BB0-5BDE-4B8F-9AE8-D1F9C8AAEA3C}" srcId="{53DF0B5F-F934-4D7D-8DFB-67BEFD846A3E}" destId="{BD81773A-55C3-42C6-B404-F90B13057EC6}" srcOrd="2" destOrd="0" parTransId="{E40853DD-23E8-4400-A06D-BA03E9E48BDD}" sibTransId="{65036637-FEAA-43D7-9AA8-3A1FC77E18FE}"/>
    <dgm:cxn modelId="{4E9581BB-AF33-469B-A3E1-37813529F457}" type="presOf" srcId="{031AFC8A-3A68-4AC2-92F2-8BDFC00F2CF7}" destId="{7046B42A-3321-474B-8C75-57D90ED51E5E}" srcOrd="0" destOrd="0" presId="urn:microsoft.com/office/officeart/2005/8/layout/vList2"/>
    <dgm:cxn modelId="{CB621EDC-DAFD-4CD5-B943-599EDA98D0F0}" type="presOf" srcId="{DCC590B6-71C3-4139-B9E6-0F6717964ECE}" destId="{47F8E2B4-52DF-417B-BD25-5B0270A63D95}" srcOrd="0" destOrd="1" presId="urn:microsoft.com/office/officeart/2005/8/layout/vList2"/>
    <dgm:cxn modelId="{A1D99CE0-D456-455E-82EB-A891E23C2F14}" srcId="{A233B3A6-E72F-441A-8F83-693798299C16}" destId="{9355A782-22F4-47AB-B421-25519EFC6728}" srcOrd="3" destOrd="0" parTransId="{192A984B-4C7F-4AA0-9BDD-5E25880720BB}" sibTransId="{1ADFAE77-B877-4C8F-97A0-0433E3EB7F55}"/>
    <dgm:cxn modelId="{AD99C8E6-B94A-458C-A2EF-C3606C52F7A8}" type="presOf" srcId="{1306FB75-36C2-4A02-BC2E-84EA3C2F2304}" destId="{F9BA741D-8342-4442-8AC7-82EBD88A385A}" srcOrd="0" destOrd="0" presId="urn:microsoft.com/office/officeart/2005/8/layout/vList2"/>
    <dgm:cxn modelId="{E331A2E9-1FC7-4EDB-ADEB-7C2EA30AF1E8}" type="presOf" srcId="{BA41F608-1FF2-4DC7-9240-D690FC084343}" destId="{47F8E2B4-52DF-417B-BD25-5B0270A63D95}" srcOrd="0" destOrd="0" presId="urn:microsoft.com/office/officeart/2005/8/layout/vList2"/>
    <dgm:cxn modelId="{D1026CEC-4B31-487D-A5AF-E975660F8698}" type="presOf" srcId="{A233B3A6-E72F-441A-8F83-693798299C16}" destId="{35ACB001-39B2-473D-A6D6-A96DCEA87776}" srcOrd="0" destOrd="0" presId="urn:microsoft.com/office/officeart/2005/8/layout/vList2"/>
    <dgm:cxn modelId="{10CA31EE-6FC8-4B41-9FD0-B70342C2D9A7}" srcId="{A233B3A6-E72F-441A-8F83-693798299C16}" destId="{BA41F608-1FF2-4DC7-9240-D690FC084343}" srcOrd="0" destOrd="0" parTransId="{47DC43E1-C5A9-40FE-AF05-70FAF3AAB93E}" sibTransId="{3EA45CFC-7CA0-4CAD-8CC1-17326D100371}"/>
    <dgm:cxn modelId="{9F8787FB-4953-4F59-AC27-71EE5C7037AE}" srcId="{A233B3A6-E72F-441A-8F83-693798299C16}" destId="{FF30FE5F-C9E4-4D6E-8953-14CDB725F7E0}" srcOrd="2" destOrd="0" parTransId="{61582716-B7D9-4963-9508-B872C99C0EAC}" sibTransId="{2B33AB1E-30F5-4B5B-A1E3-3F552D46FE27}"/>
    <dgm:cxn modelId="{6B7EF8FC-AA33-44E5-8F9B-9E0C94625769}" srcId="{53DF0B5F-F934-4D7D-8DFB-67BEFD846A3E}" destId="{E4A600E7-DF23-4490-9134-25098EB28CD7}" srcOrd="1" destOrd="0" parTransId="{29593138-8844-44A9-8D3F-53DCB36FAC63}" sibTransId="{06848167-C05B-4008-B1C1-2D8A8F860C27}"/>
    <dgm:cxn modelId="{A92E86E7-4576-4238-87CC-F058C2733B89}" type="presParOf" srcId="{AA5531EF-12C6-43ED-94BD-11453860DE15}" destId="{7046B42A-3321-474B-8C75-57D90ED51E5E}" srcOrd="0" destOrd="0" presId="urn:microsoft.com/office/officeart/2005/8/layout/vList2"/>
    <dgm:cxn modelId="{BDBB812E-B0CB-4FFB-B65C-D3F8178A0F79}" type="presParOf" srcId="{AA5531EF-12C6-43ED-94BD-11453860DE15}" destId="{067BB25E-D703-4397-8946-C0BB45E3CDEF}" srcOrd="1" destOrd="0" presId="urn:microsoft.com/office/officeart/2005/8/layout/vList2"/>
    <dgm:cxn modelId="{542D6111-2316-4BB6-A586-3F828FB10F06}" type="presParOf" srcId="{AA5531EF-12C6-43ED-94BD-11453860DE15}" destId="{55B229D8-392F-47E7-9474-358F483D8EAF}" srcOrd="2" destOrd="0" presId="urn:microsoft.com/office/officeart/2005/8/layout/vList2"/>
    <dgm:cxn modelId="{0D5ABFFA-963D-48D8-914D-AF0304566422}" type="presParOf" srcId="{AA5531EF-12C6-43ED-94BD-11453860DE15}" destId="{7815CC06-0B84-4858-91E1-F2178B96CC96}" srcOrd="3" destOrd="0" presId="urn:microsoft.com/office/officeart/2005/8/layout/vList2"/>
    <dgm:cxn modelId="{09728680-30A4-4086-956A-D4B5C52C938A}" type="presParOf" srcId="{AA5531EF-12C6-43ED-94BD-11453860DE15}" destId="{314C442B-9F76-4F01-B212-CA4977976526}" srcOrd="4" destOrd="0" presId="urn:microsoft.com/office/officeart/2005/8/layout/vList2"/>
    <dgm:cxn modelId="{2AE7B02B-F029-4D67-8B0E-93B0480B8633}" type="presParOf" srcId="{AA5531EF-12C6-43ED-94BD-11453860DE15}" destId="{7F97F95D-8B07-43FF-94C4-34A55AE758DD}" srcOrd="5" destOrd="0" presId="urn:microsoft.com/office/officeart/2005/8/layout/vList2"/>
    <dgm:cxn modelId="{2257091D-859E-4829-BFB6-5440405A4B96}" type="presParOf" srcId="{AA5531EF-12C6-43ED-94BD-11453860DE15}" destId="{35ACB001-39B2-473D-A6D6-A96DCEA87776}" srcOrd="6" destOrd="0" presId="urn:microsoft.com/office/officeart/2005/8/layout/vList2"/>
    <dgm:cxn modelId="{D4B0D222-14E3-4E4A-87DA-E0A20083E758}" type="presParOf" srcId="{AA5531EF-12C6-43ED-94BD-11453860DE15}" destId="{47F8E2B4-52DF-417B-BD25-5B0270A63D95}" srcOrd="7" destOrd="0" presId="urn:microsoft.com/office/officeart/2005/8/layout/vList2"/>
    <dgm:cxn modelId="{0158197F-B705-4BC3-B905-5100EC2C0862}" type="presParOf" srcId="{AA5531EF-12C6-43ED-94BD-11453860DE15}" destId="{F9BA741D-8342-4442-8AC7-82EBD88A385A}" srcOrd="8" destOrd="0" presId="urn:microsoft.com/office/officeart/2005/8/layout/vList2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5.xml><?xml version="1.0" encoding="utf-8"?>
<dgm:dataModel xmlns:dgm="http://schemas.openxmlformats.org/drawingml/2006/diagram" xmlns:a="http://schemas.openxmlformats.org/drawingml/2006/main">
  <dgm:ptLst>
    <dgm:pt modelId="{B1C4C17C-20C2-4CA0-8574-A94DDA89856C}" type="doc">
      <dgm:prSet loTypeId="urn:microsoft.com/office/officeart/2005/8/layout/cycle8" loCatId="cycle" qsTypeId="urn:microsoft.com/office/officeart/2005/8/quickstyle/simple4" qsCatId="simple" csTypeId="urn:microsoft.com/office/officeart/2005/8/colors/colorful1" csCatId="colorful"/>
      <dgm:spPr/>
      <dgm:t>
        <a:bodyPr/>
        <a:lstStyle/>
        <a:p>
          <a:endParaRPr lang="en-US"/>
        </a:p>
      </dgm:t>
    </dgm:pt>
    <dgm:pt modelId="{B66A62AE-A5F8-4312-9AB2-9D987BB93221}">
      <dgm:prSet/>
      <dgm:spPr/>
      <dgm:t>
        <a:bodyPr/>
        <a:lstStyle/>
        <a:p>
          <a:r>
            <a:rPr lang="en-US"/>
            <a:t>Bike rentals peak during weekday commute hours</a:t>
          </a:r>
        </a:p>
      </dgm:t>
    </dgm:pt>
    <dgm:pt modelId="{3137442F-9E45-405E-8FC6-16D6F55E68FC}" type="parTrans" cxnId="{14C46332-4387-4944-BFF7-C538C63D2E1D}">
      <dgm:prSet/>
      <dgm:spPr/>
      <dgm:t>
        <a:bodyPr/>
        <a:lstStyle/>
        <a:p>
          <a:endParaRPr lang="en-US"/>
        </a:p>
      </dgm:t>
    </dgm:pt>
    <dgm:pt modelId="{E15D5B96-CA3F-485C-AF18-901377B1E499}" type="sibTrans" cxnId="{14C46332-4387-4944-BFF7-C538C63D2E1D}">
      <dgm:prSet/>
      <dgm:spPr/>
      <dgm:t>
        <a:bodyPr/>
        <a:lstStyle/>
        <a:p>
          <a:endParaRPr lang="en-US"/>
        </a:p>
      </dgm:t>
    </dgm:pt>
    <dgm:pt modelId="{1F11825E-683B-49D1-A52A-5143E1A5AE62}">
      <dgm:prSet/>
      <dgm:spPr/>
      <dgm:t>
        <a:bodyPr/>
        <a:lstStyle/>
        <a:p>
          <a:r>
            <a:rPr lang="en-US"/>
            <a:t>Weather conditions strongly affect rental demand</a:t>
          </a:r>
        </a:p>
      </dgm:t>
    </dgm:pt>
    <dgm:pt modelId="{C16855E6-A7B0-4715-B188-9D00B5CDFE90}" type="parTrans" cxnId="{BA26D76F-4F39-41C8-B948-244A766401C4}">
      <dgm:prSet/>
      <dgm:spPr/>
      <dgm:t>
        <a:bodyPr/>
        <a:lstStyle/>
        <a:p>
          <a:endParaRPr lang="en-US"/>
        </a:p>
      </dgm:t>
    </dgm:pt>
    <dgm:pt modelId="{F7AF52C1-4E6C-47F4-A0D5-3E105C12A6A5}" type="sibTrans" cxnId="{BA26D76F-4F39-41C8-B948-244A766401C4}">
      <dgm:prSet/>
      <dgm:spPr/>
      <dgm:t>
        <a:bodyPr/>
        <a:lstStyle/>
        <a:p>
          <a:endParaRPr lang="en-US"/>
        </a:p>
      </dgm:t>
    </dgm:pt>
    <dgm:pt modelId="{50B4C151-7372-4F4C-AE93-3AEE24527E1A}">
      <dgm:prSet/>
      <dgm:spPr/>
      <dgm:t>
        <a:bodyPr/>
        <a:lstStyle/>
        <a:p>
          <a:r>
            <a:rPr lang="en-US"/>
            <a:t>Registered users are the primary contributors</a:t>
          </a:r>
        </a:p>
      </dgm:t>
    </dgm:pt>
    <dgm:pt modelId="{4D344031-312B-4D33-B50B-B5B80F10EB75}" type="parTrans" cxnId="{F3E490AD-5996-4E4E-9E4D-45268CF89E22}">
      <dgm:prSet/>
      <dgm:spPr/>
      <dgm:t>
        <a:bodyPr/>
        <a:lstStyle/>
        <a:p>
          <a:endParaRPr lang="en-US"/>
        </a:p>
      </dgm:t>
    </dgm:pt>
    <dgm:pt modelId="{0A76F583-4BBE-4D33-BE8F-85061C7F917E}" type="sibTrans" cxnId="{F3E490AD-5996-4E4E-9E4D-45268CF89E22}">
      <dgm:prSet/>
      <dgm:spPr/>
      <dgm:t>
        <a:bodyPr/>
        <a:lstStyle/>
        <a:p>
          <a:endParaRPr lang="en-US"/>
        </a:p>
      </dgm:t>
    </dgm:pt>
    <dgm:pt modelId="{B230FC10-7EE7-4F7E-93A4-5710988CA8A4}">
      <dgm:prSet/>
      <dgm:spPr/>
      <dgm:t>
        <a:bodyPr/>
        <a:lstStyle/>
        <a:p>
          <a:r>
            <a:rPr lang="en-US"/>
            <a:t>Optimal demand occurs at favorable weather combinations</a:t>
          </a:r>
        </a:p>
      </dgm:t>
    </dgm:pt>
    <dgm:pt modelId="{FC73A3BC-7D31-42F5-922E-031DA3BFD825}" type="parTrans" cxnId="{931D9EBD-1F86-494F-B537-A16E04819126}">
      <dgm:prSet/>
      <dgm:spPr/>
      <dgm:t>
        <a:bodyPr/>
        <a:lstStyle/>
        <a:p>
          <a:endParaRPr lang="en-US"/>
        </a:p>
      </dgm:t>
    </dgm:pt>
    <dgm:pt modelId="{3714B865-8D72-4316-8E12-6CB7DFA13DE5}" type="sibTrans" cxnId="{931D9EBD-1F86-494F-B537-A16E04819126}">
      <dgm:prSet/>
      <dgm:spPr/>
      <dgm:t>
        <a:bodyPr/>
        <a:lstStyle/>
        <a:p>
          <a:endParaRPr lang="en-US"/>
        </a:p>
      </dgm:t>
    </dgm:pt>
    <dgm:pt modelId="{C6AC7E9C-AAB3-4F13-A85D-10DBED7EDF0B}">
      <dgm:prSet/>
      <dgm:spPr/>
      <dgm:t>
        <a:bodyPr/>
        <a:lstStyle/>
        <a:p>
          <a:r>
            <a:rPr lang="en-US"/>
            <a:t>Interactive dashboards enable fast, data-driven decisions</a:t>
          </a:r>
        </a:p>
      </dgm:t>
    </dgm:pt>
    <dgm:pt modelId="{F78330CC-9330-4256-AE9E-165CB353FA46}" type="parTrans" cxnId="{DA0F4BFB-8F6A-490B-AA30-799E927D5F36}">
      <dgm:prSet/>
      <dgm:spPr/>
      <dgm:t>
        <a:bodyPr/>
        <a:lstStyle/>
        <a:p>
          <a:endParaRPr lang="en-US"/>
        </a:p>
      </dgm:t>
    </dgm:pt>
    <dgm:pt modelId="{BBD83E68-9E4F-4D92-903B-32ACED6A90C8}" type="sibTrans" cxnId="{DA0F4BFB-8F6A-490B-AA30-799E927D5F36}">
      <dgm:prSet/>
      <dgm:spPr/>
      <dgm:t>
        <a:bodyPr/>
        <a:lstStyle/>
        <a:p>
          <a:endParaRPr lang="en-US"/>
        </a:p>
      </dgm:t>
    </dgm:pt>
    <dgm:pt modelId="{4B2CA3CC-8D6A-43C5-9823-5A1814EBC619}" type="pres">
      <dgm:prSet presAssocID="{B1C4C17C-20C2-4CA0-8574-A94DDA89856C}" presName="compositeShape" presStyleCnt="0">
        <dgm:presLayoutVars>
          <dgm:chMax val="7"/>
          <dgm:dir/>
          <dgm:resizeHandles val="exact"/>
        </dgm:presLayoutVars>
      </dgm:prSet>
      <dgm:spPr/>
    </dgm:pt>
    <dgm:pt modelId="{0552BA4C-8DF3-4F70-9AA0-9A6FF1576E00}" type="pres">
      <dgm:prSet presAssocID="{B1C4C17C-20C2-4CA0-8574-A94DDA89856C}" presName="wedge1" presStyleLbl="node1" presStyleIdx="0" presStyleCnt="5"/>
      <dgm:spPr/>
    </dgm:pt>
    <dgm:pt modelId="{41944469-BF38-49CB-BB42-0F335D7A3677}" type="pres">
      <dgm:prSet presAssocID="{B1C4C17C-20C2-4CA0-8574-A94DDA89856C}" presName="dummy1a" presStyleCnt="0"/>
      <dgm:spPr/>
    </dgm:pt>
    <dgm:pt modelId="{07A4EE66-52FF-4A0B-867C-4E1AC9BAF0DA}" type="pres">
      <dgm:prSet presAssocID="{B1C4C17C-20C2-4CA0-8574-A94DDA89856C}" presName="dummy1b" presStyleCnt="0"/>
      <dgm:spPr/>
    </dgm:pt>
    <dgm:pt modelId="{843DF576-5A1B-43DB-AEFC-A79C4C0FE591}" type="pres">
      <dgm:prSet presAssocID="{B1C4C17C-20C2-4CA0-8574-A94DDA89856C}" presName="wedge1Tx" presStyleLbl="node1" presStyleIdx="0" presStyleCnt="5">
        <dgm:presLayoutVars>
          <dgm:chMax val="0"/>
          <dgm:chPref val="0"/>
          <dgm:bulletEnabled val="1"/>
        </dgm:presLayoutVars>
      </dgm:prSet>
      <dgm:spPr/>
    </dgm:pt>
    <dgm:pt modelId="{F28DD0D7-F387-4C71-87E4-BB2CCDB29468}" type="pres">
      <dgm:prSet presAssocID="{B1C4C17C-20C2-4CA0-8574-A94DDA89856C}" presName="wedge2" presStyleLbl="node1" presStyleIdx="1" presStyleCnt="5"/>
      <dgm:spPr/>
    </dgm:pt>
    <dgm:pt modelId="{1E4F2B22-008B-4DDB-B813-F91561BB2807}" type="pres">
      <dgm:prSet presAssocID="{B1C4C17C-20C2-4CA0-8574-A94DDA89856C}" presName="dummy2a" presStyleCnt="0"/>
      <dgm:spPr/>
    </dgm:pt>
    <dgm:pt modelId="{223B4D82-690A-4F9C-9B5A-504E8286E706}" type="pres">
      <dgm:prSet presAssocID="{B1C4C17C-20C2-4CA0-8574-A94DDA89856C}" presName="dummy2b" presStyleCnt="0"/>
      <dgm:spPr/>
    </dgm:pt>
    <dgm:pt modelId="{D44EA76B-5799-4BCF-9CAA-6E02D8F871F8}" type="pres">
      <dgm:prSet presAssocID="{B1C4C17C-20C2-4CA0-8574-A94DDA89856C}" presName="wedge2Tx" presStyleLbl="node1" presStyleIdx="1" presStyleCnt="5">
        <dgm:presLayoutVars>
          <dgm:chMax val="0"/>
          <dgm:chPref val="0"/>
          <dgm:bulletEnabled val="1"/>
        </dgm:presLayoutVars>
      </dgm:prSet>
      <dgm:spPr/>
    </dgm:pt>
    <dgm:pt modelId="{4CD7464B-D324-44B7-AE42-7A7907D0005E}" type="pres">
      <dgm:prSet presAssocID="{B1C4C17C-20C2-4CA0-8574-A94DDA89856C}" presName="wedge3" presStyleLbl="node1" presStyleIdx="2" presStyleCnt="5"/>
      <dgm:spPr/>
    </dgm:pt>
    <dgm:pt modelId="{9EC92F15-2604-4489-AD37-DBB4657E1189}" type="pres">
      <dgm:prSet presAssocID="{B1C4C17C-20C2-4CA0-8574-A94DDA89856C}" presName="dummy3a" presStyleCnt="0"/>
      <dgm:spPr/>
    </dgm:pt>
    <dgm:pt modelId="{5E71B7F5-0B8E-4F00-9A5C-5669C77ADBA0}" type="pres">
      <dgm:prSet presAssocID="{B1C4C17C-20C2-4CA0-8574-A94DDA89856C}" presName="dummy3b" presStyleCnt="0"/>
      <dgm:spPr/>
    </dgm:pt>
    <dgm:pt modelId="{B6400D23-A5C2-46D8-ADD9-EEFA10D178C3}" type="pres">
      <dgm:prSet presAssocID="{B1C4C17C-20C2-4CA0-8574-A94DDA89856C}" presName="wedge3Tx" presStyleLbl="node1" presStyleIdx="2" presStyleCnt="5">
        <dgm:presLayoutVars>
          <dgm:chMax val="0"/>
          <dgm:chPref val="0"/>
          <dgm:bulletEnabled val="1"/>
        </dgm:presLayoutVars>
      </dgm:prSet>
      <dgm:spPr/>
    </dgm:pt>
    <dgm:pt modelId="{C2F72A78-62A9-4B02-B4AE-47D05587E883}" type="pres">
      <dgm:prSet presAssocID="{B1C4C17C-20C2-4CA0-8574-A94DDA89856C}" presName="wedge4" presStyleLbl="node1" presStyleIdx="3" presStyleCnt="5"/>
      <dgm:spPr/>
    </dgm:pt>
    <dgm:pt modelId="{EC7FA410-F03F-49FF-B406-1C7B0C3D3F82}" type="pres">
      <dgm:prSet presAssocID="{B1C4C17C-20C2-4CA0-8574-A94DDA89856C}" presName="dummy4a" presStyleCnt="0"/>
      <dgm:spPr/>
    </dgm:pt>
    <dgm:pt modelId="{6AAEDF90-4BD8-420E-8245-2481B7A61235}" type="pres">
      <dgm:prSet presAssocID="{B1C4C17C-20C2-4CA0-8574-A94DDA89856C}" presName="dummy4b" presStyleCnt="0"/>
      <dgm:spPr/>
    </dgm:pt>
    <dgm:pt modelId="{7A16C018-A5DD-4A63-8CE4-8D9323D31544}" type="pres">
      <dgm:prSet presAssocID="{B1C4C17C-20C2-4CA0-8574-A94DDA89856C}" presName="wedge4Tx" presStyleLbl="node1" presStyleIdx="3" presStyleCnt="5">
        <dgm:presLayoutVars>
          <dgm:chMax val="0"/>
          <dgm:chPref val="0"/>
          <dgm:bulletEnabled val="1"/>
        </dgm:presLayoutVars>
      </dgm:prSet>
      <dgm:spPr/>
    </dgm:pt>
    <dgm:pt modelId="{6F0AA7EB-C558-426F-816B-63422DFA70E7}" type="pres">
      <dgm:prSet presAssocID="{B1C4C17C-20C2-4CA0-8574-A94DDA89856C}" presName="wedge5" presStyleLbl="node1" presStyleIdx="4" presStyleCnt="5"/>
      <dgm:spPr/>
    </dgm:pt>
    <dgm:pt modelId="{C4DC4592-E8A6-40F0-A118-D2F5AE236DAF}" type="pres">
      <dgm:prSet presAssocID="{B1C4C17C-20C2-4CA0-8574-A94DDA89856C}" presName="dummy5a" presStyleCnt="0"/>
      <dgm:spPr/>
    </dgm:pt>
    <dgm:pt modelId="{B5FB52F0-54D3-4021-AAF0-2FA8C4710ABB}" type="pres">
      <dgm:prSet presAssocID="{B1C4C17C-20C2-4CA0-8574-A94DDA89856C}" presName="dummy5b" presStyleCnt="0"/>
      <dgm:spPr/>
    </dgm:pt>
    <dgm:pt modelId="{998DA64F-8A11-48F6-9492-C8DC34732DB2}" type="pres">
      <dgm:prSet presAssocID="{B1C4C17C-20C2-4CA0-8574-A94DDA89856C}" presName="wedge5Tx" presStyleLbl="node1" presStyleIdx="4" presStyleCnt="5">
        <dgm:presLayoutVars>
          <dgm:chMax val="0"/>
          <dgm:chPref val="0"/>
          <dgm:bulletEnabled val="1"/>
        </dgm:presLayoutVars>
      </dgm:prSet>
      <dgm:spPr/>
    </dgm:pt>
    <dgm:pt modelId="{CDBDC3EC-8727-4C75-8322-6165E433941E}" type="pres">
      <dgm:prSet presAssocID="{E15D5B96-CA3F-485C-AF18-901377B1E499}" presName="arrowWedge1" presStyleLbl="fgSibTrans2D1" presStyleIdx="0" presStyleCnt="5"/>
      <dgm:spPr/>
    </dgm:pt>
    <dgm:pt modelId="{8A0143EB-62E3-404A-AFCF-E572349C000F}" type="pres">
      <dgm:prSet presAssocID="{F7AF52C1-4E6C-47F4-A0D5-3E105C12A6A5}" presName="arrowWedge2" presStyleLbl="fgSibTrans2D1" presStyleIdx="1" presStyleCnt="5"/>
      <dgm:spPr/>
    </dgm:pt>
    <dgm:pt modelId="{AAF79995-4DE1-42A4-8B57-EE9ACA061FC5}" type="pres">
      <dgm:prSet presAssocID="{0A76F583-4BBE-4D33-BE8F-85061C7F917E}" presName="arrowWedge3" presStyleLbl="fgSibTrans2D1" presStyleIdx="2" presStyleCnt="5"/>
      <dgm:spPr/>
    </dgm:pt>
    <dgm:pt modelId="{48BB57F9-25E1-4187-ADE2-24DBB2E9CDBC}" type="pres">
      <dgm:prSet presAssocID="{3714B865-8D72-4316-8E12-6CB7DFA13DE5}" presName="arrowWedge4" presStyleLbl="fgSibTrans2D1" presStyleIdx="3" presStyleCnt="5"/>
      <dgm:spPr/>
    </dgm:pt>
    <dgm:pt modelId="{0143BCE0-F995-4544-900C-F19A9EA1A96F}" type="pres">
      <dgm:prSet presAssocID="{BBD83E68-9E4F-4D92-903B-32ACED6A90C8}" presName="arrowWedge5" presStyleLbl="fgSibTrans2D1" presStyleIdx="4" presStyleCnt="5"/>
      <dgm:spPr/>
    </dgm:pt>
  </dgm:ptLst>
  <dgm:cxnLst>
    <dgm:cxn modelId="{14C46332-4387-4944-BFF7-C538C63D2E1D}" srcId="{B1C4C17C-20C2-4CA0-8574-A94DDA89856C}" destId="{B66A62AE-A5F8-4312-9AB2-9D987BB93221}" srcOrd="0" destOrd="0" parTransId="{3137442F-9E45-405E-8FC6-16D6F55E68FC}" sibTransId="{E15D5B96-CA3F-485C-AF18-901377B1E499}"/>
    <dgm:cxn modelId="{58685B35-AE24-4723-A7CE-8465B8B87754}" type="presOf" srcId="{1F11825E-683B-49D1-A52A-5143E1A5AE62}" destId="{F28DD0D7-F387-4C71-87E4-BB2CCDB29468}" srcOrd="0" destOrd="0" presId="urn:microsoft.com/office/officeart/2005/8/layout/cycle8"/>
    <dgm:cxn modelId="{68F48D3D-4DCB-44EE-B495-8A58A4B89679}" type="presOf" srcId="{C6AC7E9C-AAB3-4F13-A85D-10DBED7EDF0B}" destId="{6F0AA7EB-C558-426F-816B-63422DFA70E7}" srcOrd="0" destOrd="0" presId="urn:microsoft.com/office/officeart/2005/8/layout/cycle8"/>
    <dgm:cxn modelId="{B8788840-270A-496A-99F6-C684CFDF1122}" type="presOf" srcId="{B66A62AE-A5F8-4312-9AB2-9D987BB93221}" destId="{0552BA4C-8DF3-4F70-9AA0-9A6FF1576E00}" srcOrd="0" destOrd="0" presId="urn:microsoft.com/office/officeart/2005/8/layout/cycle8"/>
    <dgm:cxn modelId="{D4F11067-A0D6-489B-AEF4-441D7665876F}" type="presOf" srcId="{B230FC10-7EE7-4F7E-93A4-5710988CA8A4}" destId="{C2F72A78-62A9-4B02-B4AE-47D05587E883}" srcOrd="0" destOrd="0" presId="urn:microsoft.com/office/officeart/2005/8/layout/cycle8"/>
    <dgm:cxn modelId="{AD2FF36A-6DB1-4C17-B205-86C05FD4766A}" type="presOf" srcId="{B1C4C17C-20C2-4CA0-8574-A94DDA89856C}" destId="{4B2CA3CC-8D6A-43C5-9823-5A1814EBC619}" srcOrd="0" destOrd="0" presId="urn:microsoft.com/office/officeart/2005/8/layout/cycle8"/>
    <dgm:cxn modelId="{BA26D76F-4F39-41C8-B948-244A766401C4}" srcId="{B1C4C17C-20C2-4CA0-8574-A94DDA89856C}" destId="{1F11825E-683B-49D1-A52A-5143E1A5AE62}" srcOrd="1" destOrd="0" parTransId="{C16855E6-A7B0-4715-B188-9D00B5CDFE90}" sibTransId="{F7AF52C1-4E6C-47F4-A0D5-3E105C12A6A5}"/>
    <dgm:cxn modelId="{8D5FFD54-F88D-46E8-9206-2DE208D95047}" type="presOf" srcId="{50B4C151-7372-4F4C-AE93-3AEE24527E1A}" destId="{4CD7464B-D324-44B7-AE42-7A7907D0005E}" srcOrd="0" destOrd="0" presId="urn:microsoft.com/office/officeart/2005/8/layout/cycle8"/>
    <dgm:cxn modelId="{B9AD9887-68F7-4B8F-A279-893B3A4CEEE9}" type="presOf" srcId="{B66A62AE-A5F8-4312-9AB2-9D987BB93221}" destId="{843DF576-5A1B-43DB-AEFC-A79C4C0FE591}" srcOrd="1" destOrd="0" presId="urn:microsoft.com/office/officeart/2005/8/layout/cycle8"/>
    <dgm:cxn modelId="{F3E490AD-5996-4E4E-9E4D-45268CF89E22}" srcId="{B1C4C17C-20C2-4CA0-8574-A94DDA89856C}" destId="{50B4C151-7372-4F4C-AE93-3AEE24527E1A}" srcOrd="2" destOrd="0" parTransId="{4D344031-312B-4D33-B50B-B5B80F10EB75}" sibTransId="{0A76F583-4BBE-4D33-BE8F-85061C7F917E}"/>
    <dgm:cxn modelId="{24C5CABA-7A84-4C68-969D-F734EE996F5A}" type="presOf" srcId="{50B4C151-7372-4F4C-AE93-3AEE24527E1A}" destId="{B6400D23-A5C2-46D8-ADD9-EEFA10D178C3}" srcOrd="1" destOrd="0" presId="urn:microsoft.com/office/officeart/2005/8/layout/cycle8"/>
    <dgm:cxn modelId="{D2D380BB-FFCC-40FA-BB37-5C1DB1F22419}" type="presOf" srcId="{1F11825E-683B-49D1-A52A-5143E1A5AE62}" destId="{D44EA76B-5799-4BCF-9CAA-6E02D8F871F8}" srcOrd="1" destOrd="0" presId="urn:microsoft.com/office/officeart/2005/8/layout/cycle8"/>
    <dgm:cxn modelId="{931D9EBD-1F86-494F-B537-A16E04819126}" srcId="{B1C4C17C-20C2-4CA0-8574-A94DDA89856C}" destId="{B230FC10-7EE7-4F7E-93A4-5710988CA8A4}" srcOrd="3" destOrd="0" parTransId="{FC73A3BC-7D31-42F5-922E-031DA3BFD825}" sibTransId="{3714B865-8D72-4316-8E12-6CB7DFA13DE5}"/>
    <dgm:cxn modelId="{2C3D22CB-A896-4DBD-B7A7-D5C7307878F9}" type="presOf" srcId="{C6AC7E9C-AAB3-4F13-A85D-10DBED7EDF0B}" destId="{998DA64F-8A11-48F6-9492-C8DC34732DB2}" srcOrd="1" destOrd="0" presId="urn:microsoft.com/office/officeart/2005/8/layout/cycle8"/>
    <dgm:cxn modelId="{46C11EE0-4CFF-4C76-85A3-B7A0A42CBB25}" type="presOf" srcId="{B230FC10-7EE7-4F7E-93A4-5710988CA8A4}" destId="{7A16C018-A5DD-4A63-8CE4-8D9323D31544}" srcOrd="1" destOrd="0" presId="urn:microsoft.com/office/officeart/2005/8/layout/cycle8"/>
    <dgm:cxn modelId="{DA0F4BFB-8F6A-490B-AA30-799E927D5F36}" srcId="{B1C4C17C-20C2-4CA0-8574-A94DDA89856C}" destId="{C6AC7E9C-AAB3-4F13-A85D-10DBED7EDF0B}" srcOrd="4" destOrd="0" parTransId="{F78330CC-9330-4256-AE9E-165CB353FA46}" sibTransId="{BBD83E68-9E4F-4D92-903B-32ACED6A90C8}"/>
    <dgm:cxn modelId="{45870E57-5F7B-4414-9FA4-F4CA437DF957}" type="presParOf" srcId="{4B2CA3CC-8D6A-43C5-9823-5A1814EBC619}" destId="{0552BA4C-8DF3-4F70-9AA0-9A6FF1576E00}" srcOrd="0" destOrd="0" presId="urn:microsoft.com/office/officeart/2005/8/layout/cycle8"/>
    <dgm:cxn modelId="{2133B211-1F22-4FAD-AE43-6B4A9A838701}" type="presParOf" srcId="{4B2CA3CC-8D6A-43C5-9823-5A1814EBC619}" destId="{41944469-BF38-49CB-BB42-0F335D7A3677}" srcOrd="1" destOrd="0" presId="urn:microsoft.com/office/officeart/2005/8/layout/cycle8"/>
    <dgm:cxn modelId="{06C48095-8D0D-41D1-BC9C-AD362FEB4E06}" type="presParOf" srcId="{4B2CA3CC-8D6A-43C5-9823-5A1814EBC619}" destId="{07A4EE66-52FF-4A0B-867C-4E1AC9BAF0DA}" srcOrd="2" destOrd="0" presId="urn:microsoft.com/office/officeart/2005/8/layout/cycle8"/>
    <dgm:cxn modelId="{B0DDB8FA-8C14-43FB-ABE0-2E97A50E2290}" type="presParOf" srcId="{4B2CA3CC-8D6A-43C5-9823-5A1814EBC619}" destId="{843DF576-5A1B-43DB-AEFC-A79C4C0FE591}" srcOrd="3" destOrd="0" presId="urn:microsoft.com/office/officeart/2005/8/layout/cycle8"/>
    <dgm:cxn modelId="{934814BB-D04E-4FDA-9D97-96768F5F3782}" type="presParOf" srcId="{4B2CA3CC-8D6A-43C5-9823-5A1814EBC619}" destId="{F28DD0D7-F387-4C71-87E4-BB2CCDB29468}" srcOrd="4" destOrd="0" presId="urn:microsoft.com/office/officeart/2005/8/layout/cycle8"/>
    <dgm:cxn modelId="{59247761-9D3A-43D7-9ED5-12FF840CB817}" type="presParOf" srcId="{4B2CA3CC-8D6A-43C5-9823-5A1814EBC619}" destId="{1E4F2B22-008B-4DDB-B813-F91561BB2807}" srcOrd="5" destOrd="0" presId="urn:microsoft.com/office/officeart/2005/8/layout/cycle8"/>
    <dgm:cxn modelId="{268D7002-FC74-4665-A42E-553A883823D9}" type="presParOf" srcId="{4B2CA3CC-8D6A-43C5-9823-5A1814EBC619}" destId="{223B4D82-690A-4F9C-9B5A-504E8286E706}" srcOrd="6" destOrd="0" presId="urn:microsoft.com/office/officeart/2005/8/layout/cycle8"/>
    <dgm:cxn modelId="{94674382-F8BC-4227-98BE-C163A819049B}" type="presParOf" srcId="{4B2CA3CC-8D6A-43C5-9823-5A1814EBC619}" destId="{D44EA76B-5799-4BCF-9CAA-6E02D8F871F8}" srcOrd="7" destOrd="0" presId="urn:microsoft.com/office/officeart/2005/8/layout/cycle8"/>
    <dgm:cxn modelId="{111CE035-6D77-482B-8FFF-BA247A6C2106}" type="presParOf" srcId="{4B2CA3CC-8D6A-43C5-9823-5A1814EBC619}" destId="{4CD7464B-D324-44B7-AE42-7A7907D0005E}" srcOrd="8" destOrd="0" presId="urn:microsoft.com/office/officeart/2005/8/layout/cycle8"/>
    <dgm:cxn modelId="{632ED3CB-6E0C-46EB-A69C-302D7B819B84}" type="presParOf" srcId="{4B2CA3CC-8D6A-43C5-9823-5A1814EBC619}" destId="{9EC92F15-2604-4489-AD37-DBB4657E1189}" srcOrd="9" destOrd="0" presId="urn:microsoft.com/office/officeart/2005/8/layout/cycle8"/>
    <dgm:cxn modelId="{9F98AA6C-6F33-408D-9B07-93F570707D41}" type="presParOf" srcId="{4B2CA3CC-8D6A-43C5-9823-5A1814EBC619}" destId="{5E71B7F5-0B8E-4F00-9A5C-5669C77ADBA0}" srcOrd="10" destOrd="0" presId="urn:microsoft.com/office/officeart/2005/8/layout/cycle8"/>
    <dgm:cxn modelId="{EDC9740D-3877-48B3-8C23-DD1BF9CE1CE5}" type="presParOf" srcId="{4B2CA3CC-8D6A-43C5-9823-5A1814EBC619}" destId="{B6400D23-A5C2-46D8-ADD9-EEFA10D178C3}" srcOrd="11" destOrd="0" presId="urn:microsoft.com/office/officeart/2005/8/layout/cycle8"/>
    <dgm:cxn modelId="{F7AAE592-B39B-4E0D-9C5F-9B5DE26D18F5}" type="presParOf" srcId="{4B2CA3CC-8D6A-43C5-9823-5A1814EBC619}" destId="{C2F72A78-62A9-4B02-B4AE-47D05587E883}" srcOrd="12" destOrd="0" presId="urn:microsoft.com/office/officeart/2005/8/layout/cycle8"/>
    <dgm:cxn modelId="{68937E3E-2B84-4F53-B84D-01BF8263ADDB}" type="presParOf" srcId="{4B2CA3CC-8D6A-43C5-9823-5A1814EBC619}" destId="{EC7FA410-F03F-49FF-B406-1C7B0C3D3F82}" srcOrd="13" destOrd="0" presId="urn:microsoft.com/office/officeart/2005/8/layout/cycle8"/>
    <dgm:cxn modelId="{2D5740C5-980D-4CA9-959A-604E1A02BA2B}" type="presParOf" srcId="{4B2CA3CC-8D6A-43C5-9823-5A1814EBC619}" destId="{6AAEDF90-4BD8-420E-8245-2481B7A61235}" srcOrd="14" destOrd="0" presId="urn:microsoft.com/office/officeart/2005/8/layout/cycle8"/>
    <dgm:cxn modelId="{17B21607-E3AF-4782-B372-CCE76553161A}" type="presParOf" srcId="{4B2CA3CC-8D6A-43C5-9823-5A1814EBC619}" destId="{7A16C018-A5DD-4A63-8CE4-8D9323D31544}" srcOrd="15" destOrd="0" presId="urn:microsoft.com/office/officeart/2005/8/layout/cycle8"/>
    <dgm:cxn modelId="{9EC5F61D-8E2E-464F-BE01-13212FC78898}" type="presParOf" srcId="{4B2CA3CC-8D6A-43C5-9823-5A1814EBC619}" destId="{6F0AA7EB-C558-426F-816B-63422DFA70E7}" srcOrd="16" destOrd="0" presId="urn:microsoft.com/office/officeart/2005/8/layout/cycle8"/>
    <dgm:cxn modelId="{8511C221-8F1D-4543-9273-6D3C7A6F186A}" type="presParOf" srcId="{4B2CA3CC-8D6A-43C5-9823-5A1814EBC619}" destId="{C4DC4592-E8A6-40F0-A118-D2F5AE236DAF}" srcOrd="17" destOrd="0" presId="urn:microsoft.com/office/officeart/2005/8/layout/cycle8"/>
    <dgm:cxn modelId="{A204B2B9-26C8-43C6-9B9A-B41C8436AC65}" type="presParOf" srcId="{4B2CA3CC-8D6A-43C5-9823-5A1814EBC619}" destId="{B5FB52F0-54D3-4021-AAF0-2FA8C4710ABB}" srcOrd="18" destOrd="0" presId="urn:microsoft.com/office/officeart/2005/8/layout/cycle8"/>
    <dgm:cxn modelId="{670F7160-47AD-4BA7-A7B9-1B40C7182875}" type="presParOf" srcId="{4B2CA3CC-8D6A-43C5-9823-5A1814EBC619}" destId="{998DA64F-8A11-48F6-9492-C8DC34732DB2}" srcOrd="19" destOrd="0" presId="urn:microsoft.com/office/officeart/2005/8/layout/cycle8"/>
    <dgm:cxn modelId="{3DD38477-7401-424F-9631-4F22B1572DBF}" type="presParOf" srcId="{4B2CA3CC-8D6A-43C5-9823-5A1814EBC619}" destId="{CDBDC3EC-8727-4C75-8322-6165E433941E}" srcOrd="20" destOrd="0" presId="urn:microsoft.com/office/officeart/2005/8/layout/cycle8"/>
    <dgm:cxn modelId="{80B6B0FA-353C-4909-B9EC-7623848BDA3D}" type="presParOf" srcId="{4B2CA3CC-8D6A-43C5-9823-5A1814EBC619}" destId="{8A0143EB-62E3-404A-AFCF-E572349C000F}" srcOrd="21" destOrd="0" presId="urn:microsoft.com/office/officeart/2005/8/layout/cycle8"/>
    <dgm:cxn modelId="{81775761-5A66-4BDD-94D4-C3F72E862A0C}" type="presParOf" srcId="{4B2CA3CC-8D6A-43C5-9823-5A1814EBC619}" destId="{AAF79995-4DE1-42A4-8B57-EE9ACA061FC5}" srcOrd="22" destOrd="0" presId="urn:microsoft.com/office/officeart/2005/8/layout/cycle8"/>
    <dgm:cxn modelId="{358D171E-5698-4290-B570-05E059487DC5}" type="presParOf" srcId="{4B2CA3CC-8D6A-43C5-9823-5A1814EBC619}" destId="{48BB57F9-25E1-4187-ADE2-24DBB2E9CDBC}" srcOrd="23" destOrd="0" presId="urn:microsoft.com/office/officeart/2005/8/layout/cycle8"/>
    <dgm:cxn modelId="{106C0BBF-5032-454B-812E-8A9CD42690AB}" type="presParOf" srcId="{4B2CA3CC-8D6A-43C5-9823-5A1814EBC619}" destId="{0143BCE0-F995-4544-900C-F19A9EA1A96F}" srcOrd="24" destOrd="0" presId="urn:microsoft.com/office/officeart/2005/8/layout/cycle8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6.xml><?xml version="1.0" encoding="utf-8"?>
<dgm:dataModel xmlns:dgm="http://schemas.openxmlformats.org/drawingml/2006/diagram" xmlns:a="http://schemas.openxmlformats.org/drawingml/2006/main">
  <dgm:ptLst>
    <dgm:pt modelId="{6E5E0CB2-B77F-4FCC-A3F7-B595CE823D29}" type="doc">
      <dgm:prSet loTypeId="urn:microsoft.com/office/officeart/2018/2/layout/IconCircleList" loCatId="icon" qsTypeId="urn:microsoft.com/office/officeart/2005/8/quickstyle/simple1" qsCatId="simple" csTypeId="urn:microsoft.com/office/officeart/2005/8/colors/accent1_2" csCatId="accent1" phldr="1"/>
      <dgm:spPr/>
      <dgm:t>
        <a:bodyPr/>
        <a:lstStyle/>
        <a:p>
          <a:endParaRPr lang="en-US"/>
        </a:p>
      </dgm:t>
    </dgm:pt>
    <dgm:pt modelId="{D3499317-A0BF-4DBA-9432-E977332A8091}">
      <dgm:prSet/>
      <dgm:spPr/>
      <dgm:t>
        <a:bodyPr/>
        <a:lstStyle/>
        <a:p>
          <a:pPr>
            <a:lnSpc>
              <a:spcPct val="100000"/>
            </a:lnSpc>
          </a:pPr>
          <a:r>
            <a:rPr lang="en-US"/>
            <a:t>Excel pivot tables and charts were used to analyze bike-sharing demand</a:t>
          </a:r>
        </a:p>
      </dgm:t>
    </dgm:pt>
    <dgm:pt modelId="{488A826C-50A4-4487-8012-43D3862F9C0B}" type="parTrans" cxnId="{15E9EA2C-0D1C-4E18-A0FF-BA10789446C7}">
      <dgm:prSet/>
      <dgm:spPr/>
      <dgm:t>
        <a:bodyPr/>
        <a:lstStyle/>
        <a:p>
          <a:endParaRPr lang="en-US"/>
        </a:p>
      </dgm:t>
    </dgm:pt>
    <dgm:pt modelId="{84F88EA4-3658-4C21-906C-05E031881259}" type="sibTrans" cxnId="{15E9EA2C-0D1C-4E18-A0FF-BA10789446C7}">
      <dgm:prSet/>
      <dgm:spPr/>
      <dgm:t>
        <a:bodyPr/>
        <a:lstStyle/>
        <a:p>
          <a:pPr>
            <a:lnSpc>
              <a:spcPct val="100000"/>
            </a:lnSpc>
          </a:pPr>
          <a:endParaRPr lang="en-US"/>
        </a:p>
      </dgm:t>
    </dgm:pt>
    <dgm:pt modelId="{497BC8A8-A2CF-4885-A547-50E14F1345F2}">
      <dgm:prSet/>
      <dgm:spPr/>
      <dgm:t>
        <a:bodyPr/>
        <a:lstStyle/>
        <a:p>
          <a:pPr>
            <a:lnSpc>
              <a:spcPct val="100000"/>
            </a:lnSpc>
          </a:pPr>
          <a:r>
            <a:rPr lang="en-US"/>
            <a:t>Visual dashboards improved interpretability of data</a:t>
          </a:r>
        </a:p>
      </dgm:t>
    </dgm:pt>
    <dgm:pt modelId="{79B0CFF8-6DAE-4A00-AD0B-5914D0A91E8C}" type="parTrans" cxnId="{5B2D0BB8-2E3B-4D06-89AE-E207C5170BE5}">
      <dgm:prSet/>
      <dgm:spPr/>
      <dgm:t>
        <a:bodyPr/>
        <a:lstStyle/>
        <a:p>
          <a:endParaRPr lang="en-US"/>
        </a:p>
      </dgm:t>
    </dgm:pt>
    <dgm:pt modelId="{F5D215B0-9BC6-49F6-9260-DBEC3AE8ABA7}" type="sibTrans" cxnId="{5B2D0BB8-2E3B-4D06-89AE-E207C5170BE5}">
      <dgm:prSet/>
      <dgm:spPr/>
      <dgm:t>
        <a:bodyPr/>
        <a:lstStyle/>
        <a:p>
          <a:pPr>
            <a:lnSpc>
              <a:spcPct val="100000"/>
            </a:lnSpc>
          </a:pPr>
          <a:endParaRPr lang="en-US"/>
        </a:p>
      </dgm:t>
    </dgm:pt>
    <dgm:pt modelId="{04F88E1C-444D-40F5-99CA-6FBF07CA647D}">
      <dgm:prSet/>
      <dgm:spPr/>
      <dgm:t>
        <a:bodyPr/>
        <a:lstStyle/>
        <a:p>
          <a:pPr>
            <a:lnSpc>
              <a:spcPct val="100000"/>
            </a:lnSpc>
          </a:pPr>
          <a:r>
            <a:rPr lang="en-US"/>
            <a:t>The analysis supports informed operational and business planning</a:t>
          </a:r>
        </a:p>
      </dgm:t>
    </dgm:pt>
    <dgm:pt modelId="{2B0A24E2-09EA-4BF0-ADA3-D6366F5959DA}" type="parTrans" cxnId="{55D628E0-12E0-4499-966A-D0D68963360E}">
      <dgm:prSet/>
      <dgm:spPr/>
      <dgm:t>
        <a:bodyPr/>
        <a:lstStyle/>
        <a:p>
          <a:endParaRPr lang="en-US"/>
        </a:p>
      </dgm:t>
    </dgm:pt>
    <dgm:pt modelId="{A4F3BBA1-59FC-479D-B5B3-92A61FCC6C8D}" type="sibTrans" cxnId="{55D628E0-12E0-4499-966A-D0D68963360E}">
      <dgm:prSet/>
      <dgm:spPr/>
      <dgm:t>
        <a:bodyPr/>
        <a:lstStyle/>
        <a:p>
          <a:pPr>
            <a:lnSpc>
              <a:spcPct val="100000"/>
            </a:lnSpc>
          </a:pPr>
          <a:endParaRPr lang="en-US"/>
        </a:p>
      </dgm:t>
    </dgm:pt>
    <dgm:pt modelId="{900AFA40-4533-460D-8EE1-A4D08FD5A2A2}">
      <dgm:prSet/>
      <dgm:spPr/>
      <dgm:t>
        <a:bodyPr/>
        <a:lstStyle/>
        <a:p>
          <a:pPr>
            <a:lnSpc>
              <a:spcPct val="100000"/>
            </a:lnSpc>
          </a:pPr>
          <a:r>
            <a:rPr lang="en-US"/>
            <a:t>Project demonstrates effective use of Excel for business intelligence</a:t>
          </a:r>
        </a:p>
      </dgm:t>
    </dgm:pt>
    <dgm:pt modelId="{EF8D75F8-A22B-4C14-B6A9-D08264BDED76}" type="parTrans" cxnId="{24FBB641-D9A0-45CD-9F02-96B21E29669E}">
      <dgm:prSet/>
      <dgm:spPr/>
      <dgm:t>
        <a:bodyPr/>
        <a:lstStyle/>
        <a:p>
          <a:endParaRPr lang="en-US"/>
        </a:p>
      </dgm:t>
    </dgm:pt>
    <dgm:pt modelId="{6F1CE0C5-BF5D-4EA6-AC10-3A490E1A2903}" type="sibTrans" cxnId="{24FBB641-D9A0-45CD-9F02-96B21E29669E}">
      <dgm:prSet/>
      <dgm:spPr/>
      <dgm:t>
        <a:bodyPr/>
        <a:lstStyle/>
        <a:p>
          <a:endParaRPr lang="en-US"/>
        </a:p>
      </dgm:t>
    </dgm:pt>
    <dgm:pt modelId="{0CD771CC-7717-491C-AD0D-6B30C55E1703}" type="pres">
      <dgm:prSet presAssocID="{6E5E0CB2-B77F-4FCC-A3F7-B595CE823D29}" presName="root" presStyleCnt="0">
        <dgm:presLayoutVars>
          <dgm:dir/>
          <dgm:resizeHandles val="exact"/>
        </dgm:presLayoutVars>
      </dgm:prSet>
      <dgm:spPr/>
    </dgm:pt>
    <dgm:pt modelId="{57A9AD01-9675-455D-8DCC-43E6CF71EA5D}" type="pres">
      <dgm:prSet presAssocID="{6E5E0CB2-B77F-4FCC-A3F7-B595CE823D29}" presName="container" presStyleCnt="0">
        <dgm:presLayoutVars>
          <dgm:dir/>
          <dgm:resizeHandles val="exact"/>
        </dgm:presLayoutVars>
      </dgm:prSet>
      <dgm:spPr/>
    </dgm:pt>
    <dgm:pt modelId="{5F7CEF5F-EB77-46AC-83CF-8482B3CE851C}" type="pres">
      <dgm:prSet presAssocID="{D3499317-A0BF-4DBA-9432-E977332A8091}" presName="compNode" presStyleCnt="0"/>
      <dgm:spPr/>
    </dgm:pt>
    <dgm:pt modelId="{B0E39DE9-FF98-4E42-9F6C-9A9F468C268F}" type="pres">
      <dgm:prSet presAssocID="{D3499317-A0BF-4DBA-9432-E977332A8091}" presName="iconBgRect" presStyleLbl="bgShp" presStyleIdx="0" presStyleCnt="4"/>
      <dgm:spPr/>
    </dgm:pt>
    <dgm:pt modelId="{BDD86E86-CA78-47B0-A375-B3AF6D1E6494}" type="pres">
      <dgm:prSet presAssocID="{D3499317-A0BF-4DBA-9432-E977332A8091}" presName="iconRect" presStyleLbl="node1" presStyleIdx="0" presStyleCnt="4"/>
      <dgm:spPr>
        <a:blipFill>
          <a:blip xmlns:r="http://schemas.openxmlformats.org/officeDocument/2006/relationships" r:embed="rId1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</dgm:spPr>
      <dgm:extLst>
        <a:ext uri="{E40237B7-FDA0-4F09-8148-C483321AD2D9}">
          <dgm14:cNvPr xmlns:dgm14="http://schemas.microsoft.com/office/drawing/2010/diagram" id="0" name="" descr="Bike"/>
        </a:ext>
      </dgm:extLst>
    </dgm:pt>
    <dgm:pt modelId="{2CA6F262-673D-40B1-8A81-22D40F18ECE3}" type="pres">
      <dgm:prSet presAssocID="{D3499317-A0BF-4DBA-9432-E977332A8091}" presName="spaceRect" presStyleCnt="0"/>
      <dgm:spPr/>
    </dgm:pt>
    <dgm:pt modelId="{AC1F00B4-58B3-46F1-9EE8-AA508C48693A}" type="pres">
      <dgm:prSet presAssocID="{D3499317-A0BF-4DBA-9432-E977332A8091}" presName="textRect" presStyleLbl="revTx" presStyleIdx="0" presStyleCnt="4">
        <dgm:presLayoutVars>
          <dgm:chMax val="1"/>
          <dgm:chPref val="1"/>
        </dgm:presLayoutVars>
      </dgm:prSet>
      <dgm:spPr/>
    </dgm:pt>
    <dgm:pt modelId="{E92A93E9-0293-4386-9D9C-8EECF276F226}" type="pres">
      <dgm:prSet presAssocID="{84F88EA4-3658-4C21-906C-05E031881259}" presName="sibTrans" presStyleLbl="sibTrans2D1" presStyleIdx="0" presStyleCnt="0"/>
      <dgm:spPr/>
    </dgm:pt>
    <dgm:pt modelId="{24718878-2460-4CF4-AE92-5AD765B6E74E}" type="pres">
      <dgm:prSet presAssocID="{497BC8A8-A2CF-4885-A547-50E14F1345F2}" presName="compNode" presStyleCnt="0"/>
      <dgm:spPr/>
    </dgm:pt>
    <dgm:pt modelId="{D79F14E3-916D-48EB-802B-C47C40DD905F}" type="pres">
      <dgm:prSet presAssocID="{497BC8A8-A2CF-4885-A547-50E14F1345F2}" presName="iconBgRect" presStyleLbl="bgShp" presStyleIdx="1" presStyleCnt="4"/>
      <dgm:spPr/>
    </dgm:pt>
    <dgm:pt modelId="{0413E1A9-AADD-4F73-92B7-6CF08C24944A}" type="pres">
      <dgm:prSet presAssocID="{497BC8A8-A2CF-4885-A547-50E14F1345F2}" presName="iconRect" presStyleLbl="node1" presStyleIdx="1" presStyleCnt="4"/>
      <dgm:spPr>
        <a:blipFill>
          <a:blip xmlns:r="http://schemas.openxmlformats.org/officeDocument/2006/relationships"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a:blipFill>
      </dgm:spPr>
      <dgm:extLst>
        <a:ext uri="{E40237B7-FDA0-4F09-8148-C483321AD2D9}">
          <dgm14:cNvPr xmlns:dgm14="http://schemas.microsoft.com/office/drawing/2010/diagram" id="0" name="" descr="Bar chart"/>
        </a:ext>
      </dgm:extLst>
    </dgm:pt>
    <dgm:pt modelId="{89463671-734D-44FB-B971-A78FEDCD9F31}" type="pres">
      <dgm:prSet presAssocID="{497BC8A8-A2CF-4885-A547-50E14F1345F2}" presName="spaceRect" presStyleCnt="0"/>
      <dgm:spPr/>
    </dgm:pt>
    <dgm:pt modelId="{81B93932-723E-4A11-A6D8-10022E9A98A3}" type="pres">
      <dgm:prSet presAssocID="{497BC8A8-A2CF-4885-A547-50E14F1345F2}" presName="textRect" presStyleLbl="revTx" presStyleIdx="1" presStyleCnt="4">
        <dgm:presLayoutVars>
          <dgm:chMax val="1"/>
          <dgm:chPref val="1"/>
        </dgm:presLayoutVars>
      </dgm:prSet>
      <dgm:spPr/>
    </dgm:pt>
    <dgm:pt modelId="{24120AD3-1A2B-4B12-8CFC-8A339DBC0706}" type="pres">
      <dgm:prSet presAssocID="{F5D215B0-9BC6-49F6-9260-DBEC3AE8ABA7}" presName="sibTrans" presStyleLbl="sibTrans2D1" presStyleIdx="0" presStyleCnt="0"/>
      <dgm:spPr/>
    </dgm:pt>
    <dgm:pt modelId="{13CB4F59-EBC1-4ACE-BF56-0FAEA726E8E5}" type="pres">
      <dgm:prSet presAssocID="{04F88E1C-444D-40F5-99CA-6FBF07CA647D}" presName="compNode" presStyleCnt="0"/>
      <dgm:spPr/>
    </dgm:pt>
    <dgm:pt modelId="{AB92450D-4309-4144-A50C-6F4E74F486AA}" type="pres">
      <dgm:prSet presAssocID="{04F88E1C-444D-40F5-99CA-6FBF07CA647D}" presName="iconBgRect" presStyleLbl="bgShp" presStyleIdx="2" presStyleCnt="4"/>
      <dgm:spPr/>
    </dgm:pt>
    <dgm:pt modelId="{CB0B2631-5609-44DF-A91F-629161BF07CE}" type="pres">
      <dgm:prSet presAssocID="{04F88E1C-444D-40F5-99CA-6FBF07CA647D}" presName="iconRect" presStyleLbl="node1" presStyleIdx="2" presStyleCnt="4"/>
      <dgm:spPr>
        <a:blipFill>
          <a:blip xmlns:r="http://schemas.openxmlformats.org/officeDocument/2006/relationships" r:embed="rId5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a:blipFill>
      </dgm:spPr>
      <dgm:extLst>
        <a:ext uri="{E40237B7-FDA0-4F09-8148-C483321AD2D9}">
          <dgm14:cNvPr xmlns:dgm14="http://schemas.microsoft.com/office/drawing/2010/diagram" id="0" name="" descr="Check List"/>
        </a:ext>
      </dgm:extLst>
    </dgm:pt>
    <dgm:pt modelId="{6A8DF878-6137-4208-B4F3-0AFAE8B54132}" type="pres">
      <dgm:prSet presAssocID="{04F88E1C-444D-40F5-99CA-6FBF07CA647D}" presName="spaceRect" presStyleCnt="0"/>
      <dgm:spPr/>
    </dgm:pt>
    <dgm:pt modelId="{DCA4C694-130A-4D5A-AD25-78BD720CB7DE}" type="pres">
      <dgm:prSet presAssocID="{04F88E1C-444D-40F5-99CA-6FBF07CA647D}" presName="textRect" presStyleLbl="revTx" presStyleIdx="2" presStyleCnt="4">
        <dgm:presLayoutVars>
          <dgm:chMax val="1"/>
          <dgm:chPref val="1"/>
        </dgm:presLayoutVars>
      </dgm:prSet>
      <dgm:spPr/>
    </dgm:pt>
    <dgm:pt modelId="{47B1E5E6-FCF2-4352-9CC6-C90AA5A9EEDF}" type="pres">
      <dgm:prSet presAssocID="{A4F3BBA1-59FC-479D-B5B3-92A61FCC6C8D}" presName="sibTrans" presStyleLbl="sibTrans2D1" presStyleIdx="0" presStyleCnt="0"/>
      <dgm:spPr/>
    </dgm:pt>
    <dgm:pt modelId="{75738D5C-1F50-40D6-88F7-5B39D3FC5B9E}" type="pres">
      <dgm:prSet presAssocID="{900AFA40-4533-460D-8EE1-A4D08FD5A2A2}" presName="compNode" presStyleCnt="0"/>
      <dgm:spPr/>
    </dgm:pt>
    <dgm:pt modelId="{8BF7C714-3D37-4365-B1B5-33328C2A4B98}" type="pres">
      <dgm:prSet presAssocID="{900AFA40-4533-460D-8EE1-A4D08FD5A2A2}" presName="iconBgRect" presStyleLbl="bgShp" presStyleIdx="3" presStyleCnt="4"/>
      <dgm:spPr/>
    </dgm:pt>
    <dgm:pt modelId="{7FEC2AC4-F91F-4A10-8B95-5AE4B46960C8}" type="pres">
      <dgm:prSet presAssocID="{900AFA40-4533-460D-8EE1-A4D08FD5A2A2}" presName="iconRect" presStyleLbl="node1" presStyleIdx="3" presStyleCnt="4"/>
      <dgm:spPr>
        <a:blipFill>
          <a:blip xmlns:r="http://schemas.openxmlformats.org/officeDocument/2006/relationships" r:embed="rId7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a:blipFill>
      </dgm:spPr>
      <dgm:extLst>
        <a:ext uri="{E40237B7-FDA0-4F09-8148-C483321AD2D9}">
          <dgm14:cNvPr xmlns:dgm14="http://schemas.microsoft.com/office/drawing/2010/diagram" id="0" name="" descr="Head with Gears"/>
        </a:ext>
      </dgm:extLst>
    </dgm:pt>
    <dgm:pt modelId="{1E0C26D5-CABD-4EE9-8248-B4531C6B28CC}" type="pres">
      <dgm:prSet presAssocID="{900AFA40-4533-460D-8EE1-A4D08FD5A2A2}" presName="spaceRect" presStyleCnt="0"/>
      <dgm:spPr/>
    </dgm:pt>
    <dgm:pt modelId="{4198E393-30B4-4690-9A41-B394457A0FBE}" type="pres">
      <dgm:prSet presAssocID="{900AFA40-4533-460D-8EE1-A4D08FD5A2A2}" presName="textRect" presStyleLbl="revTx" presStyleIdx="3" presStyleCnt="4">
        <dgm:presLayoutVars>
          <dgm:chMax val="1"/>
          <dgm:chPref val="1"/>
        </dgm:presLayoutVars>
      </dgm:prSet>
      <dgm:spPr/>
    </dgm:pt>
  </dgm:ptLst>
  <dgm:cxnLst>
    <dgm:cxn modelId="{28D99110-157F-4CD9-96FB-D718CA25780B}" type="presOf" srcId="{F5D215B0-9BC6-49F6-9260-DBEC3AE8ABA7}" destId="{24120AD3-1A2B-4B12-8CFC-8A339DBC0706}" srcOrd="0" destOrd="0" presId="urn:microsoft.com/office/officeart/2018/2/layout/IconCircleList"/>
    <dgm:cxn modelId="{15E9EA2C-0D1C-4E18-A0FF-BA10789446C7}" srcId="{6E5E0CB2-B77F-4FCC-A3F7-B595CE823D29}" destId="{D3499317-A0BF-4DBA-9432-E977332A8091}" srcOrd="0" destOrd="0" parTransId="{488A826C-50A4-4487-8012-43D3862F9C0B}" sibTransId="{84F88EA4-3658-4C21-906C-05E031881259}"/>
    <dgm:cxn modelId="{24FBB641-D9A0-45CD-9F02-96B21E29669E}" srcId="{6E5E0CB2-B77F-4FCC-A3F7-B595CE823D29}" destId="{900AFA40-4533-460D-8EE1-A4D08FD5A2A2}" srcOrd="3" destOrd="0" parTransId="{EF8D75F8-A22B-4C14-B6A9-D08264BDED76}" sibTransId="{6F1CE0C5-BF5D-4EA6-AC10-3A490E1A2903}"/>
    <dgm:cxn modelId="{DDEAB37A-BC8D-4238-AD30-1CB96B05A015}" type="presOf" srcId="{6E5E0CB2-B77F-4FCC-A3F7-B595CE823D29}" destId="{0CD771CC-7717-491C-AD0D-6B30C55E1703}" srcOrd="0" destOrd="0" presId="urn:microsoft.com/office/officeart/2018/2/layout/IconCircleList"/>
    <dgm:cxn modelId="{3EBB4486-403B-4242-ABC0-188A3E6CAECE}" type="presOf" srcId="{84F88EA4-3658-4C21-906C-05E031881259}" destId="{E92A93E9-0293-4386-9D9C-8EECF276F226}" srcOrd="0" destOrd="0" presId="urn:microsoft.com/office/officeart/2018/2/layout/IconCircleList"/>
    <dgm:cxn modelId="{26EB5E90-4975-442C-B5D4-243A77978D7F}" type="presOf" srcId="{497BC8A8-A2CF-4885-A547-50E14F1345F2}" destId="{81B93932-723E-4A11-A6D8-10022E9A98A3}" srcOrd="0" destOrd="0" presId="urn:microsoft.com/office/officeart/2018/2/layout/IconCircleList"/>
    <dgm:cxn modelId="{5B2D0BB8-2E3B-4D06-89AE-E207C5170BE5}" srcId="{6E5E0CB2-B77F-4FCC-A3F7-B595CE823D29}" destId="{497BC8A8-A2CF-4885-A547-50E14F1345F2}" srcOrd="1" destOrd="0" parTransId="{79B0CFF8-6DAE-4A00-AD0B-5914D0A91E8C}" sibTransId="{F5D215B0-9BC6-49F6-9260-DBEC3AE8ABA7}"/>
    <dgm:cxn modelId="{24FE85CF-02BD-47F0-B2F4-4CBCE505EFBE}" type="presOf" srcId="{D3499317-A0BF-4DBA-9432-E977332A8091}" destId="{AC1F00B4-58B3-46F1-9EE8-AA508C48693A}" srcOrd="0" destOrd="0" presId="urn:microsoft.com/office/officeart/2018/2/layout/IconCircleList"/>
    <dgm:cxn modelId="{F5959DD4-6B75-48CC-A705-FC5AD3058C4D}" type="presOf" srcId="{A4F3BBA1-59FC-479D-B5B3-92A61FCC6C8D}" destId="{47B1E5E6-FCF2-4352-9CC6-C90AA5A9EEDF}" srcOrd="0" destOrd="0" presId="urn:microsoft.com/office/officeart/2018/2/layout/IconCircleList"/>
    <dgm:cxn modelId="{55D628E0-12E0-4499-966A-D0D68963360E}" srcId="{6E5E0CB2-B77F-4FCC-A3F7-B595CE823D29}" destId="{04F88E1C-444D-40F5-99CA-6FBF07CA647D}" srcOrd="2" destOrd="0" parTransId="{2B0A24E2-09EA-4BF0-ADA3-D6366F5959DA}" sibTransId="{A4F3BBA1-59FC-479D-B5B3-92A61FCC6C8D}"/>
    <dgm:cxn modelId="{8F5AC4E5-6E57-4407-9D98-20448993FBCD}" type="presOf" srcId="{900AFA40-4533-460D-8EE1-A4D08FD5A2A2}" destId="{4198E393-30B4-4690-9A41-B394457A0FBE}" srcOrd="0" destOrd="0" presId="urn:microsoft.com/office/officeart/2018/2/layout/IconCircleList"/>
    <dgm:cxn modelId="{EB84FAFB-F8C1-4DBC-B256-E870186666AB}" type="presOf" srcId="{04F88E1C-444D-40F5-99CA-6FBF07CA647D}" destId="{DCA4C694-130A-4D5A-AD25-78BD720CB7DE}" srcOrd="0" destOrd="0" presId="urn:microsoft.com/office/officeart/2018/2/layout/IconCircleList"/>
    <dgm:cxn modelId="{79ABEAA9-8098-4F22-ACBE-08F5608A3311}" type="presParOf" srcId="{0CD771CC-7717-491C-AD0D-6B30C55E1703}" destId="{57A9AD01-9675-455D-8DCC-43E6CF71EA5D}" srcOrd="0" destOrd="0" presId="urn:microsoft.com/office/officeart/2018/2/layout/IconCircleList"/>
    <dgm:cxn modelId="{28E2A3EA-7440-46FD-B873-462145CFD83E}" type="presParOf" srcId="{57A9AD01-9675-455D-8DCC-43E6CF71EA5D}" destId="{5F7CEF5F-EB77-46AC-83CF-8482B3CE851C}" srcOrd="0" destOrd="0" presId="urn:microsoft.com/office/officeart/2018/2/layout/IconCircleList"/>
    <dgm:cxn modelId="{F8AE77BD-AFDE-4A90-81F1-E97FC2FAEB0B}" type="presParOf" srcId="{5F7CEF5F-EB77-46AC-83CF-8482B3CE851C}" destId="{B0E39DE9-FF98-4E42-9F6C-9A9F468C268F}" srcOrd="0" destOrd="0" presId="urn:microsoft.com/office/officeart/2018/2/layout/IconCircleList"/>
    <dgm:cxn modelId="{6A6C648C-593E-408A-BF26-C01C498836CD}" type="presParOf" srcId="{5F7CEF5F-EB77-46AC-83CF-8482B3CE851C}" destId="{BDD86E86-CA78-47B0-A375-B3AF6D1E6494}" srcOrd="1" destOrd="0" presId="urn:microsoft.com/office/officeart/2018/2/layout/IconCircleList"/>
    <dgm:cxn modelId="{E79B555F-46EA-4B4B-8C7E-6F168961EFA2}" type="presParOf" srcId="{5F7CEF5F-EB77-46AC-83CF-8482B3CE851C}" destId="{2CA6F262-673D-40B1-8A81-22D40F18ECE3}" srcOrd="2" destOrd="0" presId="urn:microsoft.com/office/officeart/2018/2/layout/IconCircleList"/>
    <dgm:cxn modelId="{0E100BB1-D60D-4FC8-B2F6-BB71606F78D8}" type="presParOf" srcId="{5F7CEF5F-EB77-46AC-83CF-8482B3CE851C}" destId="{AC1F00B4-58B3-46F1-9EE8-AA508C48693A}" srcOrd="3" destOrd="0" presId="urn:microsoft.com/office/officeart/2018/2/layout/IconCircleList"/>
    <dgm:cxn modelId="{DD57A15D-EA47-4F8F-8483-3D8C13E5CCEA}" type="presParOf" srcId="{57A9AD01-9675-455D-8DCC-43E6CF71EA5D}" destId="{E92A93E9-0293-4386-9D9C-8EECF276F226}" srcOrd="1" destOrd="0" presId="urn:microsoft.com/office/officeart/2018/2/layout/IconCircleList"/>
    <dgm:cxn modelId="{252C6DAB-EB56-4C69-8354-9B56658343D9}" type="presParOf" srcId="{57A9AD01-9675-455D-8DCC-43E6CF71EA5D}" destId="{24718878-2460-4CF4-AE92-5AD765B6E74E}" srcOrd="2" destOrd="0" presId="urn:microsoft.com/office/officeart/2018/2/layout/IconCircleList"/>
    <dgm:cxn modelId="{FDEE0656-1A25-4604-9EC0-8480F545E387}" type="presParOf" srcId="{24718878-2460-4CF4-AE92-5AD765B6E74E}" destId="{D79F14E3-916D-48EB-802B-C47C40DD905F}" srcOrd="0" destOrd="0" presId="urn:microsoft.com/office/officeart/2018/2/layout/IconCircleList"/>
    <dgm:cxn modelId="{A58906A7-78C9-4B53-9F30-6F88C0A55092}" type="presParOf" srcId="{24718878-2460-4CF4-AE92-5AD765B6E74E}" destId="{0413E1A9-AADD-4F73-92B7-6CF08C24944A}" srcOrd="1" destOrd="0" presId="urn:microsoft.com/office/officeart/2018/2/layout/IconCircleList"/>
    <dgm:cxn modelId="{02F4423B-5CE7-4836-B913-D05F8C64ECE3}" type="presParOf" srcId="{24718878-2460-4CF4-AE92-5AD765B6E74E}" destId="{89463671-734D-44FB-B971-A78FEDCD9F31}" srcOrd="2" destOrd="0" presId="urn:microsoft.com/office/officeart/2018/2/layout/IconCircleList"/>
    <dgm:cxn modelId="{8FFBD099-36D3-43F2-AA42-1B648BAA3B22}" type="presParOf" srcId="{24718878-2460-4CF4-AE92-5AD765B6E74E}" destId="{81B93932-723E-4A11-A6D8-10022E9A98A3}" srcOrd="3" destOrd="0" presId="urn:microsoft.com/office/officeart/2018/2/layout/IconCircleList"/>
    <dgm:cxn modelId="{54C8FC80-F471-40AA-80D7-6493D966F244}" type="presParOf" srcId="{57A9AD01-9675-455D-8DCC-43E6CF71EA5D}" destId="{24120AD3-1A2B-4B12-8CFC-8A339DBC0706}" srcOrd="3" destOrd="0" presId="urn:microsoft.com/office/officeart/2018/2/layout/IconCircleList"/>
    <dgm:cxn modelId="{6036523B-7559-4E7D-9017-19665E31D203}" type="presParOf" srcId="{57A9AD01-9675-455D-8DCC-43E6CF71EA5D}" destId="{13CB4F59-EBC1-4ACE-BF56-0FAEA726E8E5}" srcOrd="4" destOrd="0" presId="urn:microsoft.com/office/officeart/2018/2/layout/IconCircleList"/>
    <dgm:cxn modelId="{13724A6F-F20F-4A53-8105-FED36A44A98D}" type="presParOf" srcId="{13CB4F59-EBC1-4ACE-BF56-0FAEA726E8E5}" destId="{AB92450D-4309-4144-A50C-6F4E74F486AA}" srcOrd="0" destOrd="0" presId="urn:microsoft.com/office/officeart/2018/2/layout/IconCircleList"/>
    <dgm:cxn modelId="{38E80FC8-1240-49CD-B343-A2E78E66F94D}" type="presParOf" srcId="{13CB4F59-EBC1-4ACE-BF56-0FAEA726E8E5}" destId="{CB0B2631-5609-44DF-A91F-629161BF07CE}" srcOrd="1" destOrd="0" presId="urn:microsoft.com/office/officeart/2018/2/layout/IconCircleList"/>
    <dgm:cxn modelId="{964EB176-A137-44B6-9F2C-84D038097B0A}" type="presParOf" srcId="{13CB4F59-EBC1-4ACE-BF56-0FAEA726E8E5}" destId="{6A8DF878-6137-4208-B4F3-0AFAE8B54132}" srcOrd="2" destOrd="0" presId="urn:microsoft.com/office/officeart/2018/2/layout/IconCircleList"/>
    <dgm:cxn modelId="{1AD3AF4E-1F60-464D-B21B-4E7419C56DD4}" type="presParOf" srcId="{13CB4F59-EBC1-4ACE-BF56-0FAEA726E8E5}" destId="{DCA4C694-130A-4D5A-AD25-78BD720CB7DE}" srcOrd="3" destOrd="0" presId="urn:microsoft.com/office/officeart/2018/2/layout/IconCircleList"/>
    <dgm:cxn modelId="{741DC8DC-9B88-488F-9125-A2DC0F43C6DB}" type="presParOf" srcId="{57A9AD01-9675-455D-8DCC-43E6CF71EA5D}" destId="{47B1E5E6-FCF2-4352-9CC6-C90AA5A9EEDF}" srcOrd="5" destOrd="0" presId="urn:microsoft.com/office/officeart/2018/2/layout/IconCircleList"/>
    <dgm:cxn modelId="{4235AEC8-884A-4180-9CA6-1C52D78F673C}" type="presParOf" srcId="{57A9AD01-9675-455D-8DCC-43E6CF71EA5D}" destId="{75738D5C-1F50-40D6-88F7-5B39D3FC5B9E}" srcOrd="6" destOrd="0" presId="urn:microsoft.com/office/officeart/2018/2/layout/IconCircleList"/>
    <dgm:cxn modelId="{6EA54DF7-F02C-49DF-9CCC-435C20692BB7}" type="presParOf" srcId="{75738D5C-1F50-40D6-88F7-5B39D3FC5B9E}" destId="{8BF7C714-3D37-4365-B1B5-33328C2A4B98}" srcOrd="0" destOrd="0" presId="urn:microsoft.com/office/officeart/2018/2/layout/IconCircleList"/>
    <dgm:cxn modelId="{1D514C38-FD78-4CCA-8111-E8AED875B407}" type="presParOf" srcId="{75738D5C-1F50-40D6-88F7-5B39D3FC5B9E}" destId="{7FEC2AC4-F91F-4A10-8B95-5AE4B46960C8}" srcOrd="1" destOrd="0" presId="urn:microsoft.com/office/officeart/2018/2/layout/IconCircleList"/>
    <dgm:cxn modelId="{A8FF5FC2-1350-4715-B5D9-390537DCE665}" type="presParOf" srcId="{75738D5C-1F50-40D6-88F7-5B39D3FC5B9E}" destId="{1E0C26D5-CABD-4EE9-8248-B4531C6B28CC}" srcOrd="2" destOrd="0" presId="urn:microsoft.com/office/officeart/2018/2/layout/IconCircleList"/>
    <dgm:cxn modelId="{628752B7-3146-49D9-8DEE-FB8F549655F8}" type="presParOf" srcId="{75738D5C-1F50-40D6-88F7-5B39D3FC5B9E}" destId="{4198E393-30B4-4690-9A41-B394457A0FBE}" srcOrd="3" destOrd="0" presId="urn:microsoft.com/office/officeart/2018/2/layout/IconCircleList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9EA61074-B2B3-4DEB-81CC-3246B244D9FE}">
      <dsp:nvSpPr>
        <dsp:cNvPr id="0" name=""/>
        <dsp:cNvSpPr/>
      </dsp:nvSpPr>
      <dsp:spPr>
        <a:xfrm>
          <a:off x="0" y="706671"/>
          <a:ext cx="3073451" cy="1951641"/>
        </a:xfrm>
        <a:prstGeom prst="roundRect">
          <a:avLst>
            <a:gd name="adj" fmla="val 10000"/>
          </a:avLst>
        </a:prstGeom>
        <a:solidFill>
          <a:schemeClr val="dk2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2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DF288B42-4DC5-45BE-AEFA-59E74B5FCCAF}">
      <dsp:nvSpPr>
        <dsp:cNvPr id="0" name=""/>
        <dsp:cNvSpPr/>
      </dsp:nvSpPr>
      <dsp:spPr>
        <a:xfrm>
          <a:off x="341494" y="1031091"/>
          <a:ext cx="3073451" cy="1951641"/>
        </a:xfrm>
        <a:prstGeom prst="roundRect">
          <a:avLst>
            <a:gd name="adj" fmla="val 10000"/>
          </a:avLst>
        </a:prstGeom>
        <a:solidFill>
          <a:schemeClr val="lt2">
            <a:alpha val="90000"/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dk2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87630" tIns="87630" rIns="87630" bIns="87630" numCol="1" spcCol="1270" anchor="ctr" anchorCtr="0">
          <a:noAutofit/>
        </a:bodyPr>
        <a:lstStyle/>
        <a:p>
          <a:pPr marL="0" lvl="0" indent="0" algn="ctr" defTabSz="10223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300" kern="1200"/>
            <a:t>Bike-sharing demand varies with time, weather, and user behavior.</a:t>
          </a:r>
        </a:p>
      </dsp:txBody>
      <dsp:txXfrm>
        <a:off x="398656" y="1088253"/>
        <a:ext cx="2959127" cy="1837317"/>
      </dsp:txXfrm>
    </dsp:sp>
    <dsp:sp modelId="{36B41626-1B94-4D2B-BD7C-9C76C9304C9F}">
      <dsp:nvSpPr>
        <dsp:cNvPr id="0" name=""/>
        <dsp:cNvSpPr/>
      </dsp:nvSpPr>
      <dsp:spPr>
        <a:xfrm>
          <a:off x="3756441" y="706671"/>
          <a:ext cx="3073451" cy="1951641"/>
        </a:xfrm>
        <a:prstGeom prst="roundRect">
          <a:avLst>
            <a:gd name="adj" fmla="val 10000"/>
          </a:avLst>
        </a:prstGeom>
        <a:solidFill>
          <a:schemeClr val="dk2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2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3425B37C-E09E-41AD-BBCE-FA94F82AA3DD}">
      <dsp:nvSpPr>
        <dsp:cNvPr id="0" name=""/>
        <dsp:cNvSpPr/>
      </dsp:nvSpPr>
      <dsp:spPr>
        <a:xfrm>
          <a:off x="4097935" y="1031091"/>
          <a:ext cx="3073451" cy="1951641"/>
        </a:xfrm>
        <a:prstGeom prst="roundRect">
          <a:avLst>
            <a:gd name="adj" fmla="val 10000"/>
          </a:avLst>
        </a:prstGeom>
        <a:solidFill>
          <a:schemeClr val="lt2">
            <a:alpha val="90000"/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dk2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87630" tIns="87630" rIns="87630" bIns="87630" numCol="1" spcCol="1270" anchor="ctr" anchorCtr="0">
          <a:noAutofit/>
        </a:bodyPr>
        <a:lstStyle/>
        <a:p>
          <a:pPr marL="0" lvl="0" indent="0" algn="ctr" defTabSz="10223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300" kern="1200"/>
            <a:t>Understanding these patterns is essential for operational and business planning.</a:t>
          </a:r>
        </a:p>
      </dsp:txBody>
      <dsp:txXfrm>
        <a:off x="4155097" y="1088253"/>
        <a:ext cx="2959127" cy="1837317"/>
      </dsp:txXfrm>
    </dsp:sp>
    <dsp:sp modelId="{DD7EC7BF-B65A-4B8A-A8BB-A3621392ABD9}">
      <dsp:nvSpPr>
        <dsp:cNvPr id="0" name=""/>
        <dsp:cNvSpPr/>
      </dsp:nvSpPr>
      <dsp:spPr>
        <a:xfrm>
          <a:off x="7512882" y="706671"/>
          <a:ext cx="3073451" cy="1951641"/>
        </a:xfrm>
        <a:prstGeom prst="roundRect">
          <a:avLst>
            <a:gd name="adj" fmla="val 10000"/>
          </a:avLst>
        </a:prstGeom>
        <a:solidFill>
          <a:schemeClr val="dk2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2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8C5BEAE1-89ED-4E3C-9C10-3CF112A65F48}">
      <dsp:nvSpPr>
        <dsp:cNvPr id="0" name=""/>
        <dsp:cNvSpPr/>
      </dsp:nvSpPr>
      <dsp:spPr>
        <a:xfrm>
          <a:off x="7854377" y="1031091"/>
          <a:ext cx="3073451" cy="1951641"/>
        </a:xfrm>
        <a:prstGeom prst="roundRect">
          <a:avLst>
            <a:gd name="adj" fmla="val 10000"/>
          </a:avLst>
        </a:prstGeom>
        <a:solidFill>
          <a:schemeClr val="lt2">
            <a:alpha val="90000"/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dk2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87630" tIns="87630" rIns="87630" bIns="87630" numCol="1" spcCol="1270" anchor="ctr" anchorCtr="0">
          <a:noAutofit/>
        </a:bodyPr>
        <a:lstStyle/>
        <a:p>
          <a:pPr marL="0" lvl="0" indent="0" algn="ctr" defTabSz="10223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300" kern="1200"/>
            <a:t>This project analyzes bike rental data using Excel to uncover demand trends and relationships.</a:t>
          </a:r>
        </a:p>
      </dsp:txBody>
      <dsp:txXfrm>
        <a:off x="7911539" y="1088253"/>
        <a:ext cx="2959127" cy="1837317"/>
      </dsp:txXfrm>
    </dsp:sp>
  </dsp:spTree>
</dsp:drawing>
</file>

<file path=ppt/diagrams/drawing2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5412979D-9F7C-4AB2-B6B3-305EF832B3C8}">
      <dsp:nvSpPr>
        <dsp:cNvPr id="0" name=""/>
        <dsp:cNvSpPr/>
      </dsp:nvSpPr>
      <dsp:spPr>
        <a:xfrm>
          <a:off x="0" y="96709"/>
          <a:ext cx="6666833" cy="994500"/>
        </a:xfrm>
        <a:prstGeom prst="roundRect">
          <a:avLst/>
        </a:prstGeom>
        <a:gradFill rotWithShape="0">
          <a:gsLst>
            <a:gs pos="0">
              <a:schemeClr val="accent5">
                <a:hueOff val="0"/>
                <a:satOff val="0"/>
                <a:lumOff val="0"/>
                <a:alphaOff val="0"/>
                <a:satMod val="103000"/>
                <a:lumMod val="102000"/>
                <a:tint val="94000"/>
              </a:schemeClr>
            </a:gs>
            <a:gs pos="50000">
              <a:schemeClr val="accent5">
                <a:hueOff val="0"/>
                <a:satOff val="0"/>
                <a:lumOff val="0"/>
                <a:alphaOff val="0"/>
                <a:satMod val="110000"/>
                <a:lumMod val="100000"/>
                <a:shade val="100000"/>
              </a:schemeClr>
            </a:gs>
            <a:gs pos="100000">
              <a:schemeClr val="accent5">
                <a:hueOff val="0"/>
                <a:satOff val="0"/>
                <a:lumOff val="0"/>
                <a:alphaOff val="0"/>
                <a:lumMod val="99000"/>
                <a:satMod val="120000"/>
                <a:shade val="78000"/>
              </a:schemeClr>
            </a:gs>
          </a:gsLst>
          <a:lin ang="5400000" scaled="0"/>
        </a:gradFill>
        <a:ln>
          <a:noFill/>
        </a:ln>
        <a:effectLst/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95250" tIns="95250" rIns="95250" bIns="95250" numCol="1" spcCol="1270" anchor="ctr" anchorCtr="0">
          <a:noAutofit/>
        </a:bodyPr>
        <a:lstStyle/>
        <a:p>
          <a:pPr marL="0" lvl="0" indent="0" algn="l" defTabSz="11112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500" kern="1200"/>
            <a:t>Dataset 1: Time, date, season, weather, temperature</a:t>
          </a:r>
        </a:p>
      </dsp:txBody>
      <dsp:txXfrm>
        <a:off x="48547" y="145256"/>
        <a:ext cx="6569739" cy="897406"/>
      </dsp:txXfrm>
    </dsp:sp>
    <dsp:sp modelId="{4C7A4B6F-3D03-4DD0-983D-D165BCA666FC}">
      <dsp:nvSpPr>
        <dsp:cNvPr id="0" name=""/>
        <dsp:cNvSpPr/>
      </dsp:nvSpPr>
      <dsp:spPr>
        <a:xfrm>
          <a:off x="0" y="1163209"/>
          <a:ext cx="6666833" cy="994500"/>
        </a:xfrm>
        <a:prstGeom prst="roundRect">
          <a:avLst/>
        </a:prstGeom>
        <a:gradFill rotWithShape="0">
          <a:gsLst>
            <a:gs pos="0">
              <a:schemeClr val="accent5">
                <a:hueOff val="-3038037"/>
                <a:satOff val="-207"/>
                <a:lumOff val="490"/>
                <a:alphaOff val="0"/>
                <a:satMod val="103000"/>
                <a:lumMod val="102000"/>
                <a:tint val="94000"/>
              </a:schemeClr>
            </a:gs>
            <a:gs pos="50000">
              <a:schemeClr val="accent5">
                <a:hueOff val="-3038037"/>
                <a:satOff val="-207"/>
                <a:lumOff val="490"/>
                <a:alphaOff val="0"/>
                <a:satMod val="110000"/>
                <a:lumMod val="100000"/>
                <a:shade val="100000"/>
              </a:schemeClr>
            </a:gs>
            <a:gs pos="100000">
              <a:schemeClr val="accent5">
                <a:hueOff val="-3038037"/>
                <a:satOff val="-207"/>
                <a:lumOff val="490"/>
                <a:alphaOff val="0"/>
                <a:lumMod val="99000"/>
                <a:satMod val="120000"/>
                <a:shade val="78000"/>
              </a:schemeClr>
            </a:gs>
          </a:gsLst>
          <a:lin ang="5400000" scaled="0"/>
        </a:gradFill>
        <a:ln>
          <a:noFill/>
        </a:ln>
        <a:effectLst/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95250" tIns="95250" rIns="95250" bIns="95250" numCol="1" spcCol="1270" anchor="ctr" anchorCtr="0">
          <a:noAutofit/>
        </a:bodyPr>
        <a:lstStyle/>
        <a:p>
          <a:pPr marL="0" lvl="0" indent="0" algn="l" defTabSz="11112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500" kern="1200"/>
            <a:t>Dataset 2: User type and rental count data</a:t>
          </a:r>
        </a:p>
      </dsp:txBody>
      <dsp:txXfrm>
        <a:off x="48547" y="1211756"/>
        <a:ext cx="6569739" cy="897406"/>
      </dsp:txXfrm>
    </dsp:sp>
    <dsp:sp modelId="{B5B5EFEF-05C2-45BD-8BBA-C92EE93B52CE}">
      <dsp:nvSpPr>
        <dsp:cNvPr id="0" name=""/>
        <dsp:cNvSpPr/>
      </dsp:nvSpPr>
      <dsp:spPr>
        <a:xfrm>
          <a:off x="0" y="2229710"/>
          <a:ext cx="6666833" cy="994500"/>
        </a:xfrm>
        <a:prstGeom prst="roundRect">
          <a:avLst/>
        </a:prstGeom>
        <a:gradFill rotWithShape="0">
          <a:gsLst>
            <a:gs pos="0">
              <a:schemeClr val="accent5">
                <a:hueOff val="-6076075"/>
                <a:satOff val="-413"/>
                <a:lumOff val="981"/>
                <a:alphaOff val="0"/>
                <a:satMod val="103000"/>
                <a:lumMod val="102000"/>
                <a:tint val="94000"/>
              </a:schemeClr>
            </a:gs>
            <a:gs pos="50000">
              <a:schemeClr val="accent5">
                <a:hueOff val="-6076075"/>
                <a:satOff val="-413"/>
                <a:lumOff val="981"/>
                <a:alphaOff val="0"/>
                <a:satMod val="110000"/>
                <a:lumMod val="100000"/>
                <a:shade val="100000"/>
              </a:schemeClr>
            </a:gs>
            <a:gs pos="100000">
              <a:schemeClr val="accent5">
                <a:hueOff val="-6076075"/>
                <a:satOff val="-413"/>
                <a:lumOff val="981"/>
                <a:alphaOff val="0"/>
                <a:lumMod val="99000"/>
                <a:satMod val="120000"/>
                <a:shade val="78000"/>
              </a:schemeClr>
            </a:gs>
          </a:gsLst>
          <a:lin ang="5400000" scaled="0"/>
        </a:gradFill>
        <a:ln>
          <a:noFill/>
        </a:ln>
        <a:effectLst/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95250" tIns="95250" rIns="95250" bIns="95250" numCol="1" spcCol="1270" anchor="ctr" anchorCtr="0">
          <a:noAutofit/>
        </a:bodyPr>
        <a:lstStyle/>
        <a:p>
          <a:pPr marL="0" lvl="0" indent="0" algn="l" defTabSz="11112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500" kern="1200"/>
            <a:t>Dataset 3: Additional contextual variables</a:t>
          </a:r>
        </a:p>
      </dsp:txBody>
      <dsp:txXfrm>
        <a:off x="48547" y="2278257"/>
        <a:ext cx="6569739" cy="897406"/>
      </dsp:txXfrm>
    </dsp:sp>
    <dsp:sp modelId="{DCBEE844-2059-4E0C-BC61-121B07BAD677}">
      <dsp:nvSpPr>
        <dsp:cNvPr id="0" name=""/>
        <dsp:cNvSpPr/>
      </dsp:nvSpPr>
      <dsp:spPr>
        <a:xfrm>
          <a:off x="0" y="3296210"/>
          <a:ext cx="6666833" cy="994500"/>
        </a:xfrm>
        <a:prstGeom prst="roundRect">
          <a:avLst/>
        </a:prstGeom>
        <a:gradFill rotWithShape="0">
          <a:gsLst>
            <a:gs pos="0">
              <a:schemeClr val="accent5">
                <a:hueOff val="-9114112"/>
                <a:satOff val="-620"/>
                <a:lumOff val="1471"/>
                <a:alphaOff val="0"/>
                <a:satMod val="103000"/>
                <a:lumMod val="102000"/>
                <a:tint val="94000"/>
              </a:schemeClr>
            </a:gs>
            <a:gs pos="50000">
              <a:schemeClr val="accent5">
                <a:hueOff val="-9114112"/>
                <a:satOff val="-620"/>
                <a:lumOff val="1471"/>
                <a:alphaOff val="0"/>
                <a:satMod val="110000"/>
                <a:lumMod val="100000"/>
                <a:shade val="100000"/>
              </a:schemeClr>
            </a:gs>
            <a:gs pos="100000">
              <a:schemeClr val="accent5">
                <a:hueOff val="-9114112"/>
                <a:satOff val="-620"/>
                <a:lumOff val="1471"/>
                <a:alphaOff val="0"/>
                <a:lumMod val="99000"/>
                <a:satMod val="120000"/>
                <a:shade val="78000"/>
              </a:schemeClr>
            </a:gs>
          </a:gsLst>
          <a:lin ang="5400000" scaled="0"/>
        </a:gradFill>
        <a:ln>
          <a:noFill/>
        </a:ln>
        <a:effectLst/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95250" tIns="95250" rIns="95250" bIns="95250" numCol="1" spcCol="1270" anchor="ctr" anchorCtr="0">
          <a:noAutofit/>
        </a:bodyPr>
        <a:lstStyle/>
        <a:p>
          <a:pPr marL="0" lvl="0" indent="0" algn="l" defTabSz="11112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500" kern="1200"/>
            <a:t>pre_final_sheet: Dataset 1 + Dataset 2 combined</a:t>
          </a:r>
        </a:p>
      </dsp:txBody>
      <dsp:txXfrm>
        <a:off x="48547" y="3344757"/>
        <a:ext cx="6569739" cy="897406"/>
      </dsp:txXfrm>
    </dsp:sp>
    <dsp:sp modelId="{5660DF38-D630-47E3-8309-194C0B1D43B1}">
      <dsp:nvSpPr>
        <dsp:cNvPr id="0" name=""/>
        <dsp:cNvSpPr/>
      </dsp:nvSpPr>
      <dsp:spPr>
        <a:xfrm>
          <a:off x="0" y="4362710"/>
          <a:ext cx="6666833" cy="994500"/>
        </a:xfrm>
        <a:prstGeom prst="roundRect">
          <a:avLst/>
        </a:prstGeom>
        <a:gradFill rotWithShape="0">
          <a:gsLst>
            <a:gs pos="0">
              <a:schemeClr val="accent5">
                <a:hueOff val="-12152150"/>
                <a:satOff val="-826"/>
                <a:lumOff val="1961"/>
                <a:alphaOff val="0"/>
                <a:satMod val="103000"/>
                <a:lumMod val="102000"/>
                <a:tint val="94000"/>
              </a:schemeClr>
            </a:gs>
            <a:gs pos="50000">
              <a:schemeClr val="accent5">
                <a:hueOff val="-12152150"/>
                <a:satOff val="-826"/>
                <a:lumOff val="1961"/>
                <a:alphaOff val="0"/>
                <a:satMod val="110000"/>
                <a:lumMod val="100000"/>
                <a:shade val="100000"/>
              </a:schemeClr>
            </a:gs>
            <a:gs pos="100000">
              <a:schemeClr val="accent5">
                <a:hueOff val="-12152150"/>
                <a:satOff val="-826"/>
                <a:lumOff val="1961"/>
                <a:alphaOff val="0"/>
                <a:lumMod val="99000"/>
                <a:satMod val="120000"/>
                <a:shade val="78000"/>
              </a:schemeClr>
            </a:gs>
          </a:gsLst>
          <a:lin ang="5400000" scaled="0"/>
        </a:gradFill>
        <a:ln>
          <a:noFill/>
        </a:ln>
        <a:effectLst/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95250" tIns="95250" rIns="95250" bIns="95250" numCol="1" spcCol="1270" anchor="ctr" anchorCtr="0">
          <a:noAutofit/>
        </a:bodyPr>
        <a:lstStyle/>
        <a:p>
          <a:pPr marL="0" lvl="0" indent="0" algn="l" defTabSz="11112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500" kern="1200"/>
            <a:t>final_sheet: Dataset 1 + Dataset 2 + Dataset 3 combined</a:t>
          </a:r>
        </a:p>
      </dsp:txBody>
      <dsp:txXfrm>
        <a:off x="48547" y="4411257"/>
        <a:ext cx="6569739" cy="897406"/>
      </dsp:txXfrm>
    </dsp:sp>
  </dsp:spTree>
</dsp:drawing>
</file>

<file path=ppt/diagrams/drawing3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B5B49B0C-DF1F-42AC-9196-0843470080C2}">
      <dsp:nvSpPr>
        <dsp:cNvPr id="0" name=""/>
        <dsp:cNvSpPr/>
      </dsp:nvSpPr>
      <dsp:spPr>
        <a:xfrm>
          <a:off x="0" y="919264"/>
          <a:ext cx="6666833" cy="428400"/>
        </a:xfrm>
        <a:prstGeom prst="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2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1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EE96CDEE-CF55-40E8-B599-ECC9F47213B8}">
      <dsp:nvSpPr>
        <dsp:cNvPr id="0" name=""/>
        <dsp:cNvSpPr/>
      </dsp:nvSpPr>
      <dsp:spPr>
        <a:xfrm>
          <a:off x="333341" y="668344"/>
          <a:ext cx="4666783" cy="501840"/>
        </a:xfrm>
        <a:prstGeom prst="roundRect">
          <a:avLst/>
        </a:prstGeom>
        <a:gradFill rotWithShape="0">
          <a:gsLst>
            <a:gs pos="0">
              <a:schemeClr val="accent2">
                <a:hueOff val="0"/>
                <a:satOff val="0"/>
                <a:lumOff val="0"/>
                <a:alphaOff val="0"/>
                <a:satMod val="103000"/>
                <a:lumMod val="102000"/>
                <a:tint val="94000"/>
              </a:schemeClr>
            </a:gs>
            <a:gs pos="50000">
              <a:schemeClr val="accent2">
                <a:hueOff val="0"/>
                <a:satOff val="0"/>
                <a:lumOff val="0"/>
                <a:alphaOff val="0"/>
                <a:satMod val="110000"/>
                <a:lumMod val="100000"/>
                <a:shade val="100000"/>
              </a:schemeClr>
            </a:gs>
            <a:gs pos="100000">
              <a:schemeClr val="accent2">
                <a:hueOff val="0"/>
                <a:satOff val="0"/>
                <a:lumOff val="0"/>
                <a:alphaOff val="0"/>
                <a:lumMod val="99000"/>
                <a:satMod val="120000"/>
                <a:shade val="78000"/>
              </a:schemeClr>
            </a:gs>
          </a:gsLst>
          <a:lin ang="5400000" scaled="0"/>
        </a:gradFill>
        <a:ln>
          <a:noFill/>
        </a:ln>
        <a:effectLst/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176393" tIns="0" rIns="176393" bIns="0" numCol="1" spcCol="1270" anchor="ctr" anchorCtr="0">
          <a:noAutofit/>
        </a:bodyPr>
        <a:lstStyle/>
        <a:p>
          <a:pPr marL="0" lvl="0" indent="0" algn="l" defTabSz="755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700" kern="1200"/>
            <a:t>Cleaned and standardized merged datasets</a:t>
          </a:r>
        </a:p>
      </dsp:txBody>
      <dsp:txXfrm>
        <a:off x="357839" y="692842"/>
        <a:ext cx="4617787" cy="452844"/>
      </dsp:txXfrm>
    </dsp:sp>
    <dsp:sp modelId="{3B4202D8-F4AC-4C39-BF7F-653BAEF653CC}">
      <dsp:nvSpPr>
        <dsp:cNvPr id="0" name=""/>
        <dsp:cNvSpPr/>
      </dsp:nvSpPr>
      <dsp:spPr>
        <a:xfrm>
          <a:off x="0" y="1690384"/>
          <a:ext cx="6666833" cy="428400"/>
        </a:xfrm>
        <a:prstGeom prst="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2">
              <a:hueOff val="2147871"/>
              <a:satOff val="-6164"/>
              <a:lumOff val="-9870"/>
              <a:alphaOff val="0"/>
            </a:schemeClr>
          </a:solidFill>
          <a:prstDash val="solid"/>
          <a:miter lim="800000"/>
        </a:ln>
        <a:effectLst/>
      </dsp:spPr>
      <dsp:style>
        <a:lnRef idx="1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9E0307BC-2ABD-4319-BF8F-5D303D5A4EE2}">
      <dsp:nvSpPr>
        <dsp:cNvPr id="0" name=""/>
        <dsp:cNvSpPr/>
      </dsp:nvSpPr>
      <dsp:spPr>
        <a:xfrm>
          <a:off x="333341" y="1439464"/>
          <a:ext cx="4666783" cy="501840"/>
        </a:xfrm>
        <a:prstGeom prst="roundRect">
          <a:avLst/>
        </a:prstGeom>
        <a:gradFill rotWithShape="0">
          <a:gsLst>
            <a:gs pos="0">
              <a:schemeClr val="accent2">
                <a:hueOff val="2147871"/>
                <a:satOff val="-6164"/>
                <a:lumOff val="-9870"/>
                <a:alphaOff val="0"/>
                <a:satMod val="103000"/>
                <a:lumMod val="102000"/>
                <a:tint val="94000"/>
              </a:schemeClr>
            </a:gs>
            <a:gs pos="50000">
              <a:schemeClr val="accent2">
                <a:hueOff val="2147871"/>
                <a:satOff val="-6164"/>
                <a:lumOff val="-9870"/>
                <a:alphaOff val="0"/>
                <a:satMod val="110000"/>
                <a:lumMod val="100000"/>
                <a:shade val="100000"/>
              </a:schemeClr>
            </a:gs>
            <a:gs pos="100000">
              <a:schemeClr val="accent2">
                <a:hueOff val="2147871"/>
                <a:satOff val="-6164"/>
                <a:lumOff val="-9870"/>
                <a:alphaOff val="0"/>
                <a:lumMod val="99000"/>
                <a:satMod val="120000"/>
                <a:shade val="78000"/>
              </a:schemeClr>
            </a:gs>
          </a:gsLst>
          <a:lin ang="5400000" scaled="0"/>
        </a:gradFill>
        <a:ln>
          <a:noFill/>
        </a:ln>
        <a:effectLst/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176393" tIns="0" rIns="176393" bIns="0" numCol="1" spcCol="1270" anchor="ctr" anchorCtr="0">
          <a:noAutofit/>
        </a:bodyPr>
        <a:lstStyle/>
        <a:p>
          <a:pPr marL="0" lvl="0" indent="0" algn="l" defTabSz="755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700" kern="1200"/>
            <a:t>Removed duplicates and inconsistencies</a:t>
          </a:r>
        </a:p>
      </dsp:txBody>
      <dsp:txXfrm>
        <a:off x="357839" y="1463962"/>
        <a:ext cx="4617787" cy="452844"/>
      </dsp:txXfrm>
    </dsp:sp>
    <dsp:sp modelId="{8958F41A-B7B4-4D91-B9FD-3FFDDFBD257E}">
      <dsp:nvSpPr>
        <dsp:cNvPr id="0" name=""/>
        <dsp:cNvSpPr/>
      </dsp:nvSpPr>
      <dsp:spPr>
        <a:xfrm>
          <a:off x="0" y="2461505"/>
          <a:ext cx="6666833" cy="428400"/>
        </a:xfrm>
        <a:prstGeom prst="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2">
              <a:hueOff val="4295743"/>
              <a:satOff val="-12329"/>
              <a:lumOff val="-19739"/>
              <a:alphaOff val="0"/>
            </a:schemeClr>
          </a:solidFill>
          <a:prstDash val="solid"/>
          <a:miter lim="800000"/>
        </a:ln>
        <a:effectLst/>
      </dsp:spPr>
      <dsp:style>
        <a:lnRef idx="1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E682DC0B-46A8-44EF-AC5C-80B8D4D11D94}">
      <dsp:nvSpPr>
        <dsp:cNvPr id="0" name=""/>
        <dsp:cNvSpPr/>
      </dsp:nvSpPr>
      <dsp:spPr>
        <a:xfrm>
          <a:off x="333341" y="2210584"/>
          <a:ext cx="4666783" cy="501840"/>
        </a:xfrm>
        <a:prstGeom prst="roundRect">
          <a:avLst/>
        </a:prstGeom>
        <a:gradFill rotWithShape="0">
          <a:gsLst>
            <a:gs pos="0">
              <a:schemeClr val="accent2">
                <a:hueOff val="4295743"/>
                <a:satOff val="-12329"/>
                <a:lumOff val="-19739"/>
                <a:alphaOff val="0"/>
                <a:satMod val="103000"/>
                <a:lumMod val="102000"/>
                <a:tint val="94000"/>
              </a:schemeClr>
            </a:gs>
            <a:gs pos="50000">
              <a:schemeClr val="accent2">
                <a:hueOff val="4295743"/>
                <a:satOff val="-12329"/>
                <a:lumOff val="-19739"/>
                <a:alphaOff val="0"/>
                <a:satMod val="110000"/>
                <a:lumMod val="100000"/>
                <a:shade val="100000"/>
              </a:schemeClr>
            </a:gs>
            <a:gs pos="100000">
              <a:schemeClr val="accent2">
                <a:hueOff val="4295743"/>
                <a:satOff val="-12329"/>
                <a:lumOff val="-19739"/>
                <a:alphaOff val="0"/>
                <a:lumMod val="99000"/>
                <a:satMod val="120000"/>
                <a:shade val="78000"/>
              </a:schemeClr>
            </a:gs>
          </a:gsLst>
          <a:lin ang="5400000" scaled="0"/>
        </a:gradFill>
        <a:ln>
          <a:noFill/>
        </a:ln>
        <a:effectLst/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176393" tIns="0" rIns="176393" bIns="0" numCol="1" spcCol="1270" anchor="ctr" anchorCtr="0">
          <a:noAutofit/>
        </a:bodyPr>
        <a:lstStyle/>
        <a:p>
          <a:pPr marL="0" lvl="0" indent="0" algn="l" defTabSz="755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700" kern="1200"/>
            <a:t>Created categorical columns for BI analysis:</a:t>
          </a:r>
        </a:p>
      </dsp:txBody>
      <dsp:txXfrm>
        <a:off x="357839" y="2235082"/>
        <a:ext cx="4617787" cy="452844"/>
      </dsp:txXfrm>
    </dsp:sp>
    <dsp:sp modelId="{56E27F2E-88C6-4287-B53A-257B6DBD1E78}">
      <dsp:nvSpPr>
        <dsp:cNvPr id="0" name=""/>
        <dsp:cNvSpPr/>
      </dsp:nvSpPr>
      <dsp:spPr>
        <a:xfrm>
          <a:off x="0" y="3232625"/>
          <a:ext cx="6666833" cy="1552950"/>
        </a:xfrm>
        <a:prstGeom prst="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2">
              <a:hueOff val="6443614"/>
              <a:satOff val="-18493"/>
              <a:lumOff val="-29609"/>
              <a:alphaOff val="0"/>
            </a:schemeClr>
          </a:solidFill>
          <a:prstDash val="solid"/>
          <a:miter lim="800000"/>
        </a:ln>
        <a:effectLst/>
      </dsp:spPr>
      <dsp:style>
        <a:lnRef idx="1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517420" tIns="354076" rIns="517420" bIns="120904" numCol="1" spcCol="1270" anchor="t" anchorCtr="0">
          <a:noAutofit/>
        </a:bodyPr>
        <a:lstStyle/>
        <a:p>
          <a:pPr marL="171450" lvl="1" indent="-171450" algn="l" defTabSz="7556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1700" kern="1200"/>
            <a:t>Weather category (clear, mist, dark sky, heavy rain)</a:t>
          </a:r>
        </a:p>
        <a:p>
          <a:pPr marL="171450" lvl="1" indent="-171450" algn="l" defTabSz="7556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1700" kern="1200"/>
            <a:t>Daytime (morning, afternoon, evening, night)</a:t>
          </a:r>
        </a:p>
        <a:p>
          <a:pPr marL="171450" lvl="1" indent="-171450" algn="l" defTabSz="7556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1700" kern="1200"/>
            <a:t>Temperature, humidity, demand (low / medium / high)</a:t>
          </a:r>
        </a:p>
        <a:p>
          <a:pPr marL="171450" lvl="1" indent="-171450" algn="l" defTabSz="7556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1700" kern="1200"/>
            <a:t>Dominant user (casual / registered)</a:t>
          </a:r>
        </a:p>
      </dsp:txBody>
      <dsp:txXfrm>
        <a:off x="0" y="3232625"/>
        <a:ext cx="6666833" cy="1552950"/>
      </dsp:txXfrm>
    </dsp:sp>
    <dsp:sp modelId="{0C9EE46B-8F9D-421E-8D26-131990BC1715}">
      <dsp:nvSpPr>
        <dsp:cNvPr id="0" name=""/>
        <dsp:cNvSpPr/>
      </dsp:nvSpPr>
      <dsp:spPr>
        <a:xfrm>
          <a:off x="333341" y="2981705"/>
          <a:ext cx="4666783" cy="501840"/>
        </a:xfrm>
        <a:prstGeom prst="roundRect">
          <a:avLst/>
        </a:prstGeom>
        <a:gradFill rotWithShape="0">
          <a:gsLst>
            <a:gs pos="0">
              <a:schemeClr val="accent2">
                <a:hueOff val="6443614"/>
                <a:satOff val="-18493"/>
                <a:lumOff val="-29609"/>
                <a:alphaOff val="0"/>
                <a:satMod val="103000"/>
                <a:lumMod val="102000"/>
                <a:tint val="94000"/>
              </a:schemeClr>
            </a:gs>
            <a:gs pos="50000">
              <a:schemeClr val="accent2">
                <a:hueOff val="6443614"/>
                <a:satOff val="-18493"/>
                <a:lumOff val="-29609"/>
                <a:alphaOff val="0"/>
                <a:satMod val="110000"/>
                <a:lumMod val="100000"/>
                <a:shade val="100000"/>
              </a:schemeClr>
            </a:gs>
            <a:gs pos="100000">
              <a:schemeClr val="accent2">
                <a:hueOff val="6443614"/>
                <a:satOff val="-18493"/>
                <a:lumOff val="-29609"/>
                <a:alphaOff val="0"/>
                <a:lumMod val="99000"/>
                <a:satMod val="120000"/>
                <a:shade val="78000"/>
              </a:schemeClr>
            </a:gs>
          </a:gsLst>
          <a:lin ang="5400000" scaled="0"/>
        </a:gradFill>
        <a:ln>
          <a:noFill/>
        </a:ln>
        <a:effectLst/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176393" tIns="0" rIns="176393" bIns="0" numCol="1" spcCol="1270" anchor="ctr" anchorCtr="0">
          <a:noAutofit/>
        </a:bodyPr>
        <a:lstStyle/>
        <a:p>
          <a:pPr marL="0" lvl="0" indent="0" algn="l" defTabSz="755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700" kern="1200"/>
            <a:t>Day type (weekday / weekend)</a:t>
          </a:r>
        </a:p>
      </dsp:txBody>
      <dsp:txXfrm>
        <a:off x="357839" y="3006203"/>
        <a:ext cx="4617787" cy="452844"/>
      </dsp:txXfrm>
    </dsp:sp>
  </dsp:spTree>
</dsp:drawing>
</file>

<file path=ppt/diagrams/drawing4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7046B42A-3321-474B-8C75-57D90ED51E5E}">
      <dsp:nvSpPr>
        <dsp:cNvPr id="0" name=""/>
        <dsp:cNvSpPr/>
      </dsp:nvSpPr>
      <dsp:spPr>
        <a:xfrm>
          <a:off x="0" y="331384"/>
          <a:ext cx="6666833" cy="638820"/>
        </a:xfrm>
        <a:prstGeom prst="roundRect">
          <a:avLst/>
        </a:prstGeom>
        <a:gradFill rotWithShape="0">
          <a:gsLst>
            <a:gs pos="0">
              <a:schemeClr val="accent2">
                <a:hueOff val="0"/>
                <a:satOff val="0"/>
                <a:lumOff val="0"/>
                <a:alphaOff val="0"/>
                <a:satMod val="103000"/>
                <a:lumMod val="102000"/>
                <a:tint val="94000"/>
              </a:schemeClr>
            </a:gs>
            <a:gs pos="50000">
              <a:schemeClr val="accent2">
                <a:hueOff val="0"/>
                <a:satOff val="0"/>
                <a:lumOff val="0"/>
                <a:alphaOff val="0"/>
                <a:satMod val="110000"/>
                <a:lumMod val="100000"/>
                <a:shade val="100000"/>
              </a:schemeClr>
            </a:gs>
            <a:gs pos="100000">
              <a:schemeClr val="accent2">
                <a:hueOff val="0"/>
                <a:satOff val="0"/>
                <a:lumOff val="0"/>
                <a:alphaOff val="0"/>
                <a:lumMod val="99000"/>
                <a:satMod val="120000"/>
                <a:shade val="78000"/>
              </a:schemeClr>
            </a:gs>
          </a:gsLst>
          <a:lin ang="5400000" scaled="0"/>
        </a:gradFill>
        <a:ln>
          <a:noFill/>
        </a:ln>
        <a:effectLst/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99060" tIns="99060" rIns="99060" bIns="99060" numCol="1" spcCol="1270" anchor="ctr" anchorCtr="0">
          <a:noAutofit/>
        </a:bodyPr>
        <a:lstStyle/>
        <a:p>
          <a:pPr marL="0" lvl="0" indent="0" algn="l" defTabSz="11557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600" kern="1200"/>
            <a:t>All charts created using Pivot Tables</a:t>
          </a:r>
        </a:p>
      </dsp:txBody>
      <dsp:txXfrm>
        <a:off x="31185" y="362569"/>
        <a:ext cx="6604463" cy="576450"/>
      </dsp:txXfrm>
    </dsp:sp>
    <dsp:sp modelId="{55B229D8-392F-47E7-9474-358F483D8EAF}">
      <dsp:nvSpPr>
        <dsp:cNvPr id="0" name=""/>
        <dsp:cNvSpPr/>
      </dsp:nvSpPr>
      <dsp:spPr>
        <a:xfrm>
          <a:off x="0" y="1045084"/>
          <a:ext cx="6666833" cy="638820"/>
        </a:xfrm>
        <a:prstGeom prst="roundRect">
          <a:avLst/>
        </a:prstGeom>
        <a:gradFill rotWithShape="0">
          <a:gsLst>
            <a:gs pos="0">
              <a:schemeClr val="accent2">
                <a:hueOff val="1610903"/>
                <a:satOff val="-4623"/>
                <a:lumOff val="-7402"/>
                <a:alphaOff val="0"/>
                <a:satMod val="103000"/>
                <a:lumMod val="102000"/>
                <a:tint val="94000"/>
              </a:schemeClr>
            </a:gs>
            <a:gs pos="50000">
              <a:schemeClr val="accent2">
                <a:hueOff val="1610903"/>
                <a:satOff val="-4623"/>
                <a:lumOff val="-7402"/>
                <a:alphaOff val="0"/>
                <a:satMod val="110000"/>
                <a:lumMod val="100000"/>
                <a:shade val="100000"/>
              </a:schemeClr>
            </a:gs>
            <a:gs pos="100000">
              <a:schemeClr val="accent2">
                <a:hueOff val="1610903"/>
                <a:satOff val="-4623"/>
                <a:lumOff val="-7402"/>
                <a:alphaOff val="0"/>
                <a:lumMod val="99000"/>
                <a:satMod val="120000"/>
                <a:shade val="78000"/>
              </a:schemeClr>
            </a:gs>
          </a:gsLst>
          <a:lin ang="5400000" scaled="0"/>
        </a:gradFill>
        <a:ln>
          <a:noFill/>
        </a:ln>
        <a:effectLst/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99060" tIns="99060" rIns="99060" bIns="99060" numCol="1" spcCol="1270" anchor="ctr" anchorCtr="0">
          <a:noAutofit/>
        </a:bodyPr>
        <a:lstStyle/>
        <a:p>
          <a:pPr marL="0" lvl="0" indent="0" algn="l" defTabSz="11557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600" kern="1200"/>
            <a:t>Focused on clarity, patterns, and insights</a:t>
          </a:r>
        </a:p>
      </dsp:txBody>
      <dsp:txXfrm>
        <a:off x="31185" y="1076269"/>
        <a:ext cx="6604463" cy="576450"/>
      </dsp:txXfrm>
    </dsp:sp>
    <dsp:sp modelId="{314C442B-9F76-4F01-B212-CA4977976526}">
      <dsp:nvSpPr>
        <dsp:cNvPr id="0" name=""/>
        <dsp:cNvSpPr/>
      </dsp:nvSpPr>
      <dsp:spPr>
        <a:xfrm>
          <a:off x="0" y="1758784"/>
          <a:ext cx="6666833" cy="638820"/>
        </a:xfrm>
        <a:prstGeom prst="roundRect">
          <a:avLst/>
        </a:prstGeom>
        <a:gradFill rotWithShape="0">
          <a:gsLst>
            <a:gs pos="0">
              <a:schemeClr val="accent2">
                <a:hueOff val="3221807"/>
                <a:satOff val="-9246"/>
                <a:lumOff val="-14805"/>
                <a:alphaOff val="0"/>
                <a:satMod val="103000"/>
                <a:lumMod val="102000"/>
                <a:tint val="94000"/>
              </a:schemeClr>
            </a:gs>
            <a:gs pos="50000">
              <a:schemeClr val="accent2">
                <a:hueOff val="3221807"/>
                <a:satOff val="-9246"/>
                <a:lumOff val="-14805"/>
                <a:alphaOff val="0"/>
                <a:satMod val="110000"/>
                <a:lumMod val="100000"/>
                <a:shade val="100000"/>
              </a:schemeClr>
            </a:gs>
            <a:gs pos="100000">
              <a:schemeClr val="accent2">
                <a:hueOff val="3221807"/>
                <a:satOff val="-9246"/>
                <a:lumOff val="-14805"/>
                <a:alphaOff val="0"/>
                <a:lumMod val="99000"/>
                <a:satMod val="120000"/>
                <a:shade val="78000"/>
              </a:schemeClr>
            </a:gs>
          </a:gsLst>
          <a:lin ang="5400000" scaled="0"/>
        </a:gradFill>
        <a:ln>
          <a:noFill/>
        </a:ln>
        <a:effectLst/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99060" tIns="99060" rIns="99060" bIns="99060" numCol="1" spcCol="1270" anchor="ctr" anchorCtr="0">
          <a:noAutofit/>
        </a:bodyPr>
        <a:lstStyle/>
        <a:p>
          <a:pPr marL="0" lvl="0" indent="0" algn="l" defTabSz="11557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600" kern="1200"/>
            <a:t>Visualizations used:</a:t>
          </a:r>
        </a:p>
      </dsp:txBody>
      <dsp:txXfrm>
        <a:off x="31185" y="1789969"/>
        <a:ext cx="6604463" cy="576450"/>
      </dsp:txXfrm>
    </dsp:sp>
    <dsp:sp modelId="{35ACB001-39B2-473D-A6D6-A96DCEA87776}">
      <dsp:nvSpPr>
        <dsp:cNvPr id="0" name=""/>
        <dsp:cNvSpPr/>
      </dsp:nvSpPr>
      <dsp:spPr>
        <a:xfrm>
          <a:off x="0" y="2472484"/>
          <a:ext cx="6666833" cy="638820"/>
        </a:xfrm>
        <a:prstGeom prst="roundRect">
          <a:avLst/>
        </a:prstGeom>
        <a:gradFill rotWithShape="0">
          <a:gsLst>
            <a:gs pos="0">
              <a:schemeClr val="accent2">
                <a:hueOff val="4832710"/>
                <a:satOff val="-13870"/>
                <a:lumOff val="-22207"/>
                <a:alphaOff val="0"/>
                <a:satMod val="103000"/>
                <a:lumMod val="102000"/>
                <a:tint val="94000"/>
              </a:schemeClr>
            </a:gs>
            <a:gs pos="50000">
              <a:schemeClr val="accent2">
                <a:hueOff val="4832710"/>
                <a:satOff val="-13870"/>
                <a:lumOff val="-22207"/>
                <a:alphaOff val="0"/>
                <a:satMod val="110000"/>
                <a:lumMod val="100000"/>
                <a:shade val="100000"/>
              </a:schemeClr>
            </a:gs>
            <a:gs pos="100000">
              <a:schemeClr val="accent2">
                <a:hueOff val="4832710"/>
                <a:satOff val="-13870"/>
                <a:lumOff val="-22207"/>
                <a:alphaOff val="0"/>
                <a:lumMod val="99000"/>
                <a:satMod val="120000"/>
                <a:shade val="78000"/>
              </a:schemeClr>
            </a:gs>
          </a:gsLst>
          <a:lin ang="5400000" scaled="0"/>
        </a:gradFill>
        <a:ln>
          <a:noFill/>
        </a:ln>
        <a:effectLst/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99060" tIns="99060" rIns="99060" bIns="99060" numCol="1" spcCol="1270" anchor="ctr" anchorCtr="0">
          <a:noAutofit/>
        </a:bodyPr>
        <a:lstStyle/>
        <a:p>
          <a:pPr marL="0" lvl="0" indent="0" algn="l" defTabSz="11557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600" kern="1200"/>
            <a:t>Line chart</a:t>
          </a:r>
        </a:p>
      </dsp:txBody>
      <dsp:txXfrm>
        <a:off x="31185" y="2503669"/>
        <a:ext cx="6604463" cy="576450"/>
      </dsp:txXfrm>
    </dsp:sp>
    <dsp:sp modelId="{47F8E2B4-52DF-417B-BD25-5B0270A63D95}">
      <dsp:nvSpPr>
        <dsp:cNvPr id="0" name=""/>
        <dsp:cNvSpPr/>
      </dsp:nvSpPr>
      <dsp:spPr>
        <a:xfrm>
          <a:off x="0" y="3111304"/>
          <a:ext cx="6666833" cy="137241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211672" tIns="33020" rIns="184912" bIns="33020" numCol="1" spcCol="1270" anchor="t" anchorCtr="0">
          <a:noAutofit/>
        </a:bodyPr>
        <a:lstStyle/>
        <a:p>
          <a:pPr marL="228600" lvl="1" indent="-228600" algn="l" defTabSz="889000">
            <a:lnSpc>
              <a:spcPct val="90000"/>
            </a:lnSpc>
            <a:spcBef>
              <a:spcPct val="0"/>
            </a:spcBef>
            <a:spcAft>
              <a:spcPct val="20000"/>
            </a:spcAft>
            <a:buChar char="•"/>
          </a:pPr>
          <a:r>
            <a:rPr lang="en-US" sz="2000" kern="1200"/>
            <a:t>Bar chart</a:t>
          </a:r>
        </a:p>
        <a:p>
          <a:pPr marL="228600" lvl="1" indent="-228600" algn="l" defTabSz="889000">
            <a:lnSpc>
              <a:spcPct val="90000"/>
            </a:lnSpc>
            <a:spcBef>
              <a:spcPct val="0"/>
            </a:spcBef>
            <a:spcAft>
              <a:spcPct val="20000"/>
            </a:spcAft>
            <a:buChar char="•"/>
          </a:pPr>
          <a:r>
            <a:rPr lang="en-US" sz="2000" kern="1200"/>
            <a:t>Pie chart</a:t>
          </a:r>
        </a:p>
        <a:p>
          <a:pPr marL="228600" lvl="1" indent="-228600" algn="l" defTabSz="889000">
            <a:lnSpc>
              <a:spcPct val="90000"/>
            </a:lnSpc>
            <a:spcBef>
              <a:spcPct val="0"/>
            </a:spcBef>
            <a:spcAft>
              <a:spcPct val="20000"/>
            </a:spcAft>
            <a:buChar char="•"/>
          </a:pPr>
          <a:r>
            <a:rPr lang="en-US" sz="2000" kern="1200"/>
            <a:t>Column chart</a:t>
          </a:r>
        </a:p>
        <a:p>
          <a:pPr marL="228600" lvl="1" indent="-228600" algn="l" defTabSz="889000">
            <a:lnSpc>
              <a:spcPct val="90000"/>
            </a:lnSpc>
            <a:spcBef>
              <a:spcPct val="0"/>
            </a:spcBef>
            <a:spcAft>
              <a:spcPct val="20000"/>
            </a:spcAft>
            <a:buChar char="•"/>
          </a:pPr>
          <a:r>
            <a:rPr lang="en-US" sz="2000" kern="1200"/>
            <a:t>Weather relationship chart</a:t>
          </a:r>
        </a:p>
      </dsp:txBody>
      <dsp:txXfrm>
        <a:off x="0" y="3111304"/>
        <a:ext cx="6666833" cy="1372410"/>
      </dsp:txXfrm>
    </dsp:sp>
    <dsp:sp modelId="{F9BA741D-8342-4442-8AC7-82EBD88A385A}">
      <dsp:nvSpPr>
        <dsp:cNvPr id="0" name=""/>
        <dsp:cNvSpPr/>
      </dsp:nvSpPr>
      <dsp:spPr>
        <a:xfrm>
          <a:off x="0" y="4483715"/>
          <a:ext cx="6666833" cy="638820"/>
        </a:xfrm>
        <a:prstGeom prst="roundRect">
          <a:avLst/>
        </a:prstGeom>
        <a:gradFill rotWithShape="0">
          <a:gsLst>
            <a:gs pos="0">
              <a:schemeClr val="accent2">
                <a:hueOff val="6443614"/>
                <a:satOff val="-18493"/>
                <a:lumOff val="-29609"/>
                <a:alphaOff val="0"/>
                <a:satMod val="103000"/>
                <a:lumMod val="102000"/>
                <a:tint val="94000"/>
              </a:schemeClr>
            </a:gs>
            <a:gs pos="50000">
              <a:schemeClr val="accent2">
                <a:hueOff val="6443614"/>
                <a:satOff val="-18493"/>
                <a:lumOff val="-29609"/>
                <a:alphaOff val="0"/>
                <a:satMod val="110000"/>
                <a:lumMod val="100000"/>
                <a:shade val="100000"/>
              </a:schemeClr>
            </a:gs>
            <a:gs pos="100000">
              <a:schemeClr val="accent2">
                <a:hueOff val="6443614"/>
                <a:satOff val="-18493"/>
                <a:lumOff val="-29609"/>
                <a:alphaOff val="0"/>
                <a:lumMod val="99000"/>
                <a:satMod val="120000"/>
                <a:shade val="78000"/>
              </a:schemeClr>
            </a:gs>
          </a:gsLst>
          <a:lin ang="5400000" scaled="0"/>
        </a:gradFill>
        <a:ln>
          <a:noFill/>
        </a:ln>
        <a:effectLst/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99060" tIns="99060" rIns="99060" bIns="99060" numCol="1" spcCol="1270" anchor="ctr" anchorCtr="0">
          <a:noAutofit/>
        </a:bodyPr>
        <a:lstStyle/>
        <a:p>
          <a:pPr marL="0" lvl="0" indent="0" algn="l" defTabSz="11557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600" kern="1200"/>
            <a:t>Interactive slicers added for dynamic filtering</a:t>
          </a:r>
        </a:p>
      </dsp:txBody>
      <dsp:txXfrm>
        <a:off x="31185" y="4514900"/>
        <a:ext cx="6604463" cy="576450"/>
      </dsp:txXfrm>
    </dsp:sp>
  </dsp:spTree>
</dsp:drawing>
</file>

<file path=ppt/diagrams/drawing5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0552BA4C-8DF3-4F70-9AA0-9A6FF1576E00}">
      <dsp:nvSpPr>
        <dsp:cNvPr id="0" name=""/>
        <dsp:cNvSpPr/>
      </dsp:nvSpPr>
      <dsp:spPr>
        <a:xfrm>
          <a:off x="1107126" y="337597"/>
          <a:ext cx="4581292" cy="4581292"/>
        </a:xfrm>
        <a:prstGeom prst="pie">
          <a:avLst>
            <a:gd name="adj1" fmla="val 16200000"/>
            <a:gd name="adj2" fmla="val 20520000"/>
          </a:avLst>
        </a:prstGeom>
        <a:gradFill rotWithShape="0">
          <a:gsLst>
            <a:gs pos="0">
              <a:schemeClr val="accent2">
                <a:hueOff val="0"/>
                <a:satOff val="0"/>
                <a:lumOff val="0"/>
                <a:alphaOff val="0"/>
                <a:satMod val="103000"/>
                <a:lumMod val="102000"/>
                <a:tint val="94000"/>
              </a:schemeClr>
            </a:gs>
            <a:gs pos="50000">
              <a:schemeClr val="accent2">
                <a:hueOff val="0"/>
                <a:satOff val="0"/>
                <a:lumOff val="0"/>
                <a:alphaOff val="0"/>
                <a:satMod val="110000"/>
                <a:lumMod val="100000"/>
                <a:shade val="100000"/>
              </a:schemeClr>
            </a:gs>
            <a:gs pos="100000">
              <a:schemeClr val="accent2">
                <a:hueOff val="0"/>
                <a:satOff val="0"/>
                <a:lumOff val="0"/>
                <a:alphaOff val="0"/>
                <a:lumMod val="99000"/>
                <a:satMod val="120000"/>
                <a:shade val="78000"/>
              </a:schemeClr>
            </a:gs>
          </a:gsLst>
          <a:lin ang="5400000" scaled="0"/>
        </a:gradFill>
        <a:ln>
          <a:noFill/>
        </a:ln>
        <a:effectLst/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17780" tIns="17780" rIns="17780" bIns="17780" numCol="1" spcCol="1270" anchor="ctr" anchorCtr="0">
          <a:noAutofit/>
        </a:bodyPr>
        <a:lstStyle/>
        <a:p>
          <a:pPr marL="0" lvl="0" indent="0" algn="ctr" defTabSz="622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400" kern="1200"/>
            <a:t>Bike rentals peak during weekday commute hours</a:t>
          </a:r>
        </a:p>
      </dsp:txBody>
      <dsp:txXfrm>
        <a:off x="3497034" y="1107691"/>
        <a:ext cx="1472558" cy="981705"/>
      </dsp:txXfrm>
    </dsp:sp>
    <dsp:sp modelId="{F28DD0D7-F387-4C71-87E4-BB2CCDB29468}">
      <dsp:nvSpPr>
        <dsp:cNvPr id="0" name=""/>
        <dsp:cNvSpPr/>
      </dsp:nvSpPr>
      <dsp:spPr>
        <a:xfrm>
          <a:off x="1146394" y="459765"/>
          <a:ext cx="4581292" cy="4581292"/>
        </a:xfrm>
        <a:prstGeom prst="pie">
          <a:avLst>
            <a:gd name="adj1" fmla="val 20520000"/>
            <a:gd name="adj2" fmla="val 3240000"/>
          </a:avLst>
        </a:prstGeom>
        <a:gradFill rotWithShape="0">
          <a:gsLst>
            <a:gs pos="0">
              <a:schemeClr val="accent3">
                <a:hueOff val="0"/>
                <a:satOff val="0"/>
                <a:lumOff val="0"/>
                <a:alphaOff val="0"/>
                <a:satMod val="103000"/>
                <a:lumMod val="102000"/>
                <a:tint val="94000"/>
              </a:schemeClr>
            </a:gs>
            <a:gs pos="50000">
              <a:schemeClr val="accent3">
                <a:hueOff val="0"/>
                <a:satOff val="0"/>
                <a:lumOff val="0"/>
                <a:alphaOff val="0"/>
                <a:satMod val="110000"/>
                <a:lumMod val="100000"/>
                <a:shade val="100000"/>
              </a:schemeClr>
            </a:gs>
            <a:gs pos="100000">
              <a:schemeClr val="accent3">
                <a:hueOff val="0"/>
                <a:satOff val="0"/>
                <a:lumOff val="0"/>
                <a:alphaOff val="0"/>
                <a:lumMod val="99000"/>
                <a:satMod val="120000"/>
                <a:shade val="78000"/>
              </a:schemeClr>
            </a:gs>
          </a:gsLst>
          <a:lin ang="5400000" scaled="0"/>
        </a:gradFill>
        <a:ln>
          <a:noFill/>
        </a:ln>
        <a:effectLst/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17780" tIns="17780" rIns="17780" bIns="17780" numCol="1" spcCol="1270" anchor="ctr" anchorCtr="0">
          <a:noAutofit/>
        </a:bodyPr>
        <a:lstStyle/>
        <a:p>
          <a:pPr marL="0" lvl="0" indent="0" algn="ctr" defTabSz="622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400" kern="1200"/>
            <a:t>Weather conditions strongly affect rental demand</a:t>
          </a:r>
        </a:p>
      </dsp:txBody>
      <dsp:txXfrm>
        <a:off x="4096965" y="2552979"/>
        <a:ext cx="1363480" cy="1090784"/>
      </dsp:txXfrm>
    </dsp:sp>
    <dsp:sp modelId="{4CD7464B-D324-44B7-AE42-7A7907D0005E}">
      <dsp:nvSpPr>
        <dsp:cNvPr id="0" name=""/>
        <dsp:cNvSpPr/>
      </dsp:nvSpPr>
      <dsp:spPr>
        <a:xfrm>
          <a:off x="1042770" y="535029"/>
          <a:ext cx="4581292" cy="4581292"/>
        </a:xfrm>
        <a:prstGeom prst="pie">
          <a:avLst>
            <a:gd name="adj1" fmla="val 3240000"/>
            <a:gd name="adj2" fmla="val 7560000"/>
          </a:avLst>
        </a:prstGeom>
        <a:gradFill rotWithShape="0">
          <a:gsLst>
            <a:gs pos="0">
              <a:schemeClr val="accent4">
                <a:hueOff val="0"/>
                <a:satOff val="0"/>
                <a:lumOff val="0"/>
                <a:alphaOff val="0"/>
                <a:satMod val="103000"/>
                <a:lumMod val="102000"/>
                <a:tint val="94000"/>
              </a:schemeClr>
            </a:gs>
            <a:gs pos="50000">
              <a:schemeClr val="accent4">
                <a:hueOff val="0"/>
                <a:satOff val="0"/>
                <a:lumOff val="0"/>
                <a:alphaOff val="0"/>
                <a:satMod val="110000"/>
                <a:lumMod val="100000"/>
                <a:shade val="100000"/>
              </a:schemeClr>
            </a:gs>
            <a:gs pos="100000">
              <a:schemeClr val="accent4">
                <a:hueOff val="0"/>
                <a:satOff val="0"/>
                <a:lumOff val="0"/>
                <a:alphaOff val="0"/>
                <a:lumMod val="99000"/>
                <a:satMod val="120000"/>
                <a:shade val="78000"/>
              </a:schemeClr>
            </a:gs>
          </a:gsLst>
          <a:lin ang="5400000" scaled="0"/>
        </a:gradFill>
        <a:ln>
          <a:noFill/>
        </a:ln>
        <a:effectLst/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17780" tIns="17780" rIns="17780" bIns="17780" numCol="1" spcCol="1270" anchor="ctr" anchorCtr="0">
          <a:noAutofit/>
        </a:bodyPr>
        <a:lstStyle/>
        <a:p>
          <a:pPr marL="0" lvl="0" indent="0" algn="ctr" defTabSz="622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400" kern="1200"/>
            <a:t>Registered users are the primary contributors</a:t>
          </a:r>
        </a:p>
      </dsp:txBody>
      <dsp:txXfrm>
        <a:off x="2678946" y="3752842"/>
        <a:ext cx="1308940" cy="1199862"/>
      </dsp:txXfrm>
    </dsp:sp>
    <dsp:sp modelId="{C2F72A78-62A9-4B02-B4AE-47D05587E883}">
      <dsp:nvSpPr>
        <dsp:cNvPr id="0" name=""/>
        <dsp:cNvSpPr/>
      </dsp:nvSpPr>
      <dsp:spPr>
        <a:xfrm>
          <a:off x="939145" y="459765"/>
          <a:ext cx="4581292" cy="4581292"/>
        </a:xfrm>
        <a:prstGeom prst="pie">
          <a:avLst>
            <a:gd name="adj1" fmla="val 7560000"/>
            <a:gd name="adj2" fmla="val 11880000"/>
          </a:avLst>
        </a:prstGeom>
        <a:gradFill rotWithShape="0">
          <a:gsLst>
            <a:gs pos="0">
              <a:schemeClr val="accent5">
                <a:hueOff val="0"/>
                <a:satOff val="0"/>
                <a:lumOff val="0"/>
                <a:alphaOff val="0"/>
                <a:satMod val="103000"/>
                <a:lumMod val="102000"/>
                <a:tint val="94000"/>
              </a:schemeClr>
            </a:gs>
            <a:gs pos="50000">
              <a:schemeClr val="accent5">
                <a:hueOff val="0"/>
                <a:satOff val="0"/>
                <a:lumOff val="0"/>
                <a:alphaOff val="0"/>
                <a:satMod val="110000"/>
                <a:lumMod val="100000"/>
                <a:shade val="100000"/>
              </a:schemeClr>
            </a:gs>
            <a:gs pos="100000">
              <a:schemeClr val="accent5">
                <a:hueOff val="0"/>
                <a:satOff val="0"/>
                <a:lumOff val="0"/>
                <a:alphaOff val="0"/>
                <a:lumMod val="99000"/>
                <a:satMod val="120000"/>
                <a:shade val="78000"/>
              </a:schemeClr>
            </a:gs>
          </a:gsLst>
          <a:lin ang="5400000" scaled="0"/>
        </a:gradFill>
        <a:ln>
          <a:noFill/>
        </a:ln>
        <a:effectLst/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17780" tIns="17780" rIns="17780" bIns="17780" numCol="1" spcCol="1270" anchor="ctr" anchorCtr="0">
          <a:noAutofit/>
        </a:bodyPr>
        <a:lstStyle/>
        <a:p>
          <a:pPr marL="0" lvl="0" indent="0" algn="ctr" defTabSz="622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400" kern="1200"/>
            <a:t>Optimal demand occurs at favorable weather combinations</a:t>
          </a:r>
        </a:p>
      </dsp:txBody>
      <dsp:txXfrm>
        <a:off x="1206387" y="2552979"/>
        <a:ext cx="1363480" cy="1090784"/>
      </dsp:txXfrm>
    </dsp:sp>
    <dsp:sp modelId="{6F0AA7EB-C558-426F-816B-63422DFA70E7}">
      <dsp:nvSpPr>
        <dsp:cNvPr id="0" name=""/>
        <dsp:cNvSpPr/>
      </dsp:nvSpPr>
      <dsp:spPr>
        <a:xfrm>
          <a:off x="978413" y="337597"/>
          <a:ext cx="4581292" cy="4581292"/>
        </a:xfrm>
        <a:prstGeom prst="pie">
          <a:avLst>
            <a:gd name="adj1" fmla="val 11880000"/>
            <a:gd name="adj2" fmla="val 16200000"/>
          </a:avLst>
        </a:prstGeom>
        <a:gradFill rotWithShape="0">
          <a:gsLst>
            <a:gs pos="0">
              <a:schemeClr val="accent6">
                <a:hueOff val="0"/>
                <a:satOff val="0"/>
                <a:lumOff val="0"/>
                <a:alphaOff val="0"/>
                <a:satMod val="103000"/>
                <a:lumMod val="102000"/>
                <a:tint val="94000"/>
              </a:schemeClr>
            </a:gs>
            <a:gs pos="50000">
              <a:schemeClr val="accent6">
                <a:hueOff val="0"/>
                <a:satOff val="0"/>
                <a:lumOff val="0"/>
                <a:alphaOff val="0"/>
                <a:satMod val="110000"/>
                <a:lumMod val="100000"/>
                <a:shade val="100000"/>
              </a:schemeClr>
            </a:gs>
            <a:gs pos="100000">
              <a:schemeClr val="accent6">
                <a:hueOff val="0"/>
                <a:satOff val="0"/>
                <a:lumOff val="0"/>
                <a:alphaOff val="0"/>
                <a:lumMod val="99000"/>
                <a:satMod val="120000"/>
                <a:shade val="78000"/>
              </a:schemeClr>
            </a:gs>
          </a:gsLst>
          <a:lin ang="5400000" scaled="0"/>
        </a:gradFill>
        <a:ln>
          <a:noFill/>
        </a:ln>
        <a:effectLst/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17780" tIns="17780" rIns="17780" bIns="17780" numCol="1" spcCol="1270" anchor="ctr" anchorCtr="0">
          <a:noAutofit/>
        </a:bodyPr>
        <a:lstStyle/>
        <a:p>
          <a:pPr marL="0" lvl="0" indent="0" algn="ctr" defTabSz="622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400" kern="1200"/>
            <a:t>Interactive dashboards enable fast, data-driven decisions</a:t>
          </a:r>
        </a:p>
      </dsp:txBody>
      <dsp:txXfrm>
        <a:off x="1697240" y="1107691"/>
        <a:ext cx="1472558" cy="981705"/>
      </dsp:txXfrm>
    </dsp:sp>
    <dsp:sp modelId="{CDBDC3EC-8727-4C75-8322-6165E433941E}">
      <dsp:nvSpPr>
        <dsp:cNvPr id="0" name=""/>
        <dsp:cNvSpPr/>
      </dsp:nvSpPr>
      <dsp:spPr>
        <a:xfrm>
          <a:off x="823306" y="53993"/>
          <a:ext cx="5148500" cy="5148500"/>
        </a:xfrm>
        <a:prstGeom prst="circularArrow">
          <a:avLst>
            <a:gd name="adj1" fmla="val 5085"/>
            <a:gd name="adj2" fmla="val 327528"/>
            <a:gd name="adj3" fmla="val 20192361"/>
            <a:gd name="adj4" fmla="val 16200324"/>
            <a:gd name="adj5" fmla="val 5932"/>
          </a:avLst>
        </a:prstGeom>
        <a:gradFill rotWithShape="0">
          <a:gsLst>
            <a:gs pos="0">
              <a:schemeClr val="accent2">
                <a:hueOff val="0"/>
                <a:satOff val="0"/>
                <a:lumOff val="0"/>
                <a:alphaOff val="0"/>
                <a:satMod val="103000"/>
                <a:lumMod val="102000"/>
                <a:tint val="94000"/>
              </a:schemeClr>
            </a:gs>
            <a:gs pos="50000">
              <a:schemeClr val="accent2">
                <a:hueOff val="0"/>
                <a:satOff val="0"/>
                <a:lumOff val="0"/>
                <a:alphaOff val="0"/>
                <a:satMod val="110000"/>
                <a:lumMod val="100000"/>
                <a:shade val="100000"/>
              </a:schemeClr>
            </a:gs>
            <a:gs pos="100000">
              <a:schemeClr val="accent2">
                <a:hueOff val="0"/>
                <a:satOff val="0"/>
                <a:lumOff val="0"/>
                <a:alphaOff val="0"/>
                <a:lumMod val="99000"/>
                <a:satMod val="120000"/>
                <a:shade val="78000"/>
              </a:schemeClr>
            </a:gs>
          </a:gsLst>
          <a:lin ang="5400000" scaled="0"/>
        </a:gradFill>
        <a:ln>
          <a:noFill/>
        </a:ln>
        <a:effectLst/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</dsp:sp>
    <dsp:sp modelId="{8A0143EB-62E3-404A-AFCF-E572349C000F}">
      <dsp:nvSpPr>
        <dsp:cNvPr id="0" name=""/>
        <dsp:cNvSpPr/>
      </dsp:nvSpPr>
      <dsp:spPr>
        <a:xfrm>
          <a:off x="863107" y="176121"/>
          <a:ext cx="5148500" cy="5148500"/>
        </a:xfrm>
        <a:prstGeom prst="circularArrow">
          <a:avLst>
            <a:gd name="adj1" fmla="val 5085"/>
            <a:gd name="adj2" fmla="val 327528"/>
            <a:gd name="adj3" fmla="val 2912753"/>
            <a:gd name="adj4" fmla="val 20519953"/>
            <a:gd name="adj5" fmla="val 5932"/>
          </a:avLst>
        </a:prstGeom>
        <a:gradFill rotWithShape="0">
          <a:gsLst>
            <a:gs pos="0">
              <a:schemeClr val="accent3">
                <a:hueOff val="0"/>
                <a:satOff val="0"/>
                <a:lumOff val="0"/>
                <a:alphaOff val="0"/>
                <a:satMod val="103000"/>
                <a:lumMod val="102000"/>
                <a:tint val="94000"/>
              </a:schemeClr>
            </a:gs>
            <a:gs pos="50000">
              <a:schemeClr val="accent3">
                <a:hueOff val="0"/>
                <a:satOff val="0"/>
                <a:lumOff val="0"/>
                <a:alphaOff val="0"/>
                <a:satMod val="110000"/>
                <a:lumMod val="100000"/>
                <a:shade val="100000"/>
              </a:schemeClr>
            </a:gs>
            <a:gs pos="100000">
              <a:schemeClr val="accent3">
                <a:hueOff val="0"/>
                <a:satOff val="0"/>
                <a:lumOff val="0"/>
                <a:alphaOff val="0"/>
                <a:lumMod val="99000"/>
                <a:satMod val="120000"/>
                <a:shade val="78000"/>
              </a:schemeClr>
            </a:gs>
          </a:gsLst>
          <a:lin ang="5400000" scaled="0"/>
        </a:gradFill>
        <a:ln>
          <a:noFill/>
        </a:ln>
        <a:effectLst/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</dsp:sp>
    <dsp:sp modelId="{AAF79995-4DE1-42A4-8B57-EE9ACA061FC5}">
      <dsp:nvSpPr>
        <dsp:cNvPr id="0" name=""/>
        <dsp:cNvSpPr/>
      </dsp:nvSpPr>
      <dsp:spPr>
        <a:xfrm>
          <a:off x="759166" y="251615"/>
          <a:ext cx="5148500" cy="5148500"/>
        </a:xfrm>
        <a:prstGeom prst="circularArrow">
          <a:avLst>
            <a:gd name="adj1" fmla="val 5085"/>
            <a:gd name="adj2" fmla="val 327528"/>
            <a:gd name="adj3" fmla="val 7232777"/>
            <a:gd name="adj4" fmla="val 3239695"/>
            <a:gd name="adj5" fmla="val 5932"/>
          </a:avLst>
        </a:prstGeom>
        <a:gradFill rotWithShape="0">
          <a:gsLst>
            <a:gs pos="0">
              <a:schemeClr val="accent4">
                <a:hueOff val="0"/>
                <a:satOff val="0"/>
                <a:lumOff val="0"/>
                <a:alphaOff val="0"/>
                <a:satMod val="103000"/>
                <a:lumMod val="102000"/>
                <a:tint val="94000"/>
              </a:schemeClr>
            </a:gs>
            <a:gs pos="50000">
              <a:schemeClr val="accent4">
                <a:hueOff val="0"/>
                <a:satOff val="0"/>
                <a:lumOff val="0"/>
                <a:alphaOff val="0"/>
                <a:satMod val="110000"/>
                <a:lumMod val="100000"/>
                <a:shade val="100000"/>
              </a:schemeClr>
            </a:gs>
            <a:gs pos="100000">
              <a:schemeClr val="accent4">
                <a:hueOff val="0"/>
                <a:satOff val="0"/>
                <a:lumOff val="0"/>
                <a:alphaOff val="0"/>
                <a:lumMod val="99000"/>
                <a:satMod val="120000"/>
                <a:shade val="78000"/>
              </a:schemeClr>
            </a:gs>
          </a:gsLst>
          <a:lin ang="5400000" scaled="0"/>
        </a:gradFill>
        <a:ln>
          <a:noFill/>
        </a:ln>
        <a:effectLst/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</dsp:sp>
    <dsp:sp modelId="{48BB57F9-25E1-4187-ADE2-24DBB2E9CDBC}">
      <dsp:nvSpPr>
        <dsp:cNvPr id="0" name=""/>
        <dsp:cNvSpPr/>
      </dsp:nvSpPr>
      <dsp:spPr>
        <a:xfrm>
          <a:off x="655225" y="176121"/>
          <a:ext cx="5148500" cy="5148500"/>
        </a:xfrm>
        <a:prstGeom prst="circularArrow">
          <a:avLst>
            <a:gd name="adj1" fmla="val 5085"/>
            <a:gd name="adj2" fmla="val 327528"/>
            <a:gd name="adj3" fmla="val 11552519"/>
            <a:gd name="adj4" fmla="val 7559718"/>
            <a:gd name="adj5" fmla="val 5932"/>
          </a:avLst>
        </a:prstGeom>
        <a:gradFill rotWithShape="0">
          <a:gsLst>
            <a:gs pos="0">
              <a:schemeClr val="accent5">
                <a:hueOff val="0"/>
                <a:satOff val="0"/>
                <a:lumOff val="0"/>
                <a:alphaOff val="0"/>
                <a:satMod val="103000"/>
                <a:lumMod val="102000"/>
                <a:tint val="94000"/>
              </a:schemeClr>
            </a:gs>
            <a:gs pos="50000">
              <a:schemeClr val="accent5">
                <a:hueOff val="0"/>
                <a:satOff val="0"/>
                <a:lumOff val="0"/>
                <a:alphaOff val="0"/>
                <a:satMod val="110000"/>
                <a:lumMod val="100000"/>
                <a:shade val="100000"/>
              </a:schemeClr>
            </a:gs>
            <a:gs pos="100000">
              <a:schemeClr val="accent5">
                <a:hueOff val="0"/>
                <a:satOff val="0"/>
                <a:lumOff val="0"/>
                <a:alphaOff val="0"/>
                <a:lumMod val="99000"/>
                <a:satMod val="120000"/>
                <a:shade val="78000"/>
              </a:schemeClr>
            </a:gs>
          </a:gsLst>
          <a:lin ang="5400000" scaled="0"/>
        </a:gradFill>
        <a:ln>
          <a:noFill/>
        </a:ln>
        <a:effectLst/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</dsp:sp>
    <dsp:sp modelId="{0143BCE0-F995-4544-900C-F19A9EA1A96F}">
      <dsp:nvSpPr>
        <dsp:cNvPr id="0" name=""/>
        <dsp:cNvSpPr/>
      </dsp:nvSpPr>
      <dsp:spPr>
        <a:xfrm>
          <a:off x="695025" y="53993"/>
          <a:ext cx="5148500" cy="5148500"/>
        </a:xfrm>
        <a:prstGeom prst="circularArrow">
          <a:avLst>
            <a:gd name="adj1" fmla="val 5085"/>
            <a:gd name="adj2" fmla="val 327528"/>
            <a:gd name="adj3" fmla="val 15872148"/>
            <a:gd name="adj4" fmla="val 11880111"/>
            <a:gd name="adj5" fmla="val 5932"/>
          </a:avLst>
        </a:prstGeom>
        <a:gradFill rotWithShape="0">
          <a:gsLst>
            <a:gs pos="0">
              <a:schemeClr val="accent6">
                <a:hueOff val="0"/>
                <a:satOff val="0"/>
                <a:lumOff val="0"/>
                <a:alphaOff val="0"/>
                <a:satMod val="103000"/>
                <a:lumMod val="102000"/>
                <a:tint val="94000"/>
              </a:schemeClr>
            </a:gs>
            <a:gs pos="50000">
              <a:schemeClr val="accent6">
                <a:hueOff val="0"/>
                <a:satOff val="0"/>
                <a:lumOff val="0"/>
                <a:alphaOff val="0"/>
                <a:satMod val="110000"/>
                <a:lumMod val="100000"/>
                <a:shade val="100000"/>
              </a:schemeClr>
            </a:gs>
            <a:gs pos="100000">
              <a:schemeClr val="accent6">
                <a:hueOff val="0"/>
                <a:satOff val="0"/>
                <a:lumOff val="0"/>
                <a:alphaOff val="0"/>
                <a:lumMod val="99000"/>
                <a:satMod val="120000"/>
                <a:shade val="78000"/>
              </a:schemeClr>
            </a:gs>
          </a:gsLst>
          <a:lin ang="5400000" scaled="0"/>
        </a:gradFill>
        <a:ln>
          <a:noFill/>
        </a:ln>
        <a:effectLst/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</dsp:sp>
  </dsp:spTree>
</dsp:drawing>
</file>

<file path=ppt/diagrams/drawing6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B0E39DE9-FF98-4E42-9F6C-9A9F468C268F}">
      <dsp:nvSpPr>
        <dsp:cNvPr id="0" name=""/>
        <dsp:cNvSpPr/>
      </dsp:nvSpPr>
      <dsp:spPr>
        <a:xfrm>
          <a:off x="212335" y="469890"/>
          <a:ext cx="1335915" cy="1335915"/>
        </a:xfrm>
        <a:prstGeom prst="ellipse">
          <a:avLst/>
        </a:prstGeom>
        <a:solidFill>
          <a:schemeClr val="accent1">
            <a:tint val="4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BDD86E86-CA78-47B0-A375-B3AF6D1E6494}">
      <dsp:nvSpPr>
        <dsp:cNvPr id="0" name=""/>
        <dsp:cNvSpPr/>
      </dsp:nvSpPr>
      <dsp:spPr>
        <a:xfrm>
          <a:off x="492877" y="750432"/>
          <a:ext cx="774830" cy="774830"/>
        </a:xfrm>
        <a:prstGeom prst="rect">
          <a:avLst/>
        </a:prstGeom>
        <a:blipFill>
          <a:blip xmlns:r="http://schemas.openxmlformats.org/officeDocument/2006/relationships" r:embed="rId1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AC1F00B4-58B3-46F1-9EE8-AA508C48693A}">
      <dsp:nvSpPr>
        <dsp:cNvPr id="0" name=""/>
        <dsp:cNvSpPr/>
      </dsp:nvSpPr>
      <dsp:spPr>
        <a:xfrm>
          <a:off x="1834517" y="469890"/>
          <a:ext cx="3148942" cy="1335915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l" defTabSz="93345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100" kern="1200"/>
            <a:t>Excel pivot tables and charts were used to analyze bike-sharing demand</a:t>
          </a:r>
        </a:p>
      </dsp:txBody>
      <dsp:txXfrm>
        <a:off x="1834517" y="469890"/>
        <a:ext cx="3148942" cy="1335915"/>
      </dsp:txXfrm>
    </dsp:sp>
    <dsp:sp modelId="{D79F14E3-916D-48EB-802B-C47C40DD905F}">
      <dsp:nvSpPr>
        <dsp:cNvPr id="0" name=""/>
        <dsp:cNvSpPr/>
      </dsp:nvSpPr>
      <dsp:spPr>
        <a:xfrm>
          <a:off x="5532139" y="469890"/>
          <a:ext cx="1335915" cy="1335915"/>
        </a:xfrm>
        <a:prstGeom prst="ellipse">
          <a:avLst/>
        </a:prstGeom>
        <a:solidFill>
          <a:schemeClr val="accent1">
            <a:tint val="4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0413E1A9-AADD-4F73-92B7-6CF08C24944A}">
      <dsp:nvSpPr>
        <dsp:cNvPr id="0" name=""/>
        <dsp:cNvSpPr/>
      </dsp:nvSpPr>
      <dsp:spPr>
        <a:xfrm>
          <a:off x="5812681" y="750432"/>
          <a:ext cx="774830" cy="774830"/>
        </a:xfrm>
        <a:prstGeom prst="rect">
          <a:avLst/>
        </a:prstGeom>
        <a:blipFill>
          <a:blip xmlns:r="http://schemas.openxmlformats.org/officeDocument/2006/relationships"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a:blip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81B93932-723E-4A11-A6D8-10022E9A98A3}">
      <dsp:nvSpPr>
        <dsp:cNvPr id="0" name=""/>
        <dsp:cNvSpPr/>
      </dsp:nvSpPr>
      <dsp:spPr>
        <a:xfrm>
          <a:off x="7154322" y="469890"/>
          <a:ext cx="3148942" cy="1335915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l" defTabSz="93345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100" kern="1200"/>
            <a:t>Visual dashboards improved interpretability of data</a:t>
          </a:r>
        </a:p>
      </dsp:txBody>
      <dsp:txXfrm>
        <a:off x="7154322" y="469890"/>
        <a:ext cx="3148942" cy="1335915"/>
      </dsp:txXfrm>
    </dsp:sp>
    <dsp:sp modelId="{AB92450D-4309-4144-A50C-6F4E74F486AA}">
      <dsp:nvSpPr>
        <dsp:cNvPr id="0" name=""/>
        <dsp:cNvSpPr/>
      </dsp:nvSpPr>
      <dsp:spPr>
        <a:xfrm>
          <a:off x="212335" y="2545532"/>
          <a:ext cx="1335915" cy="1335915"/>
        </a:xfrm>
        <a:prstGeom prst="ellipse">
          <a:avLst/>
        </a:prstGeom>
        <a:solidFill>
          <a:schemeClr val="accent1">
            <a:tint val="4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CB0B2631-5609-44DF-A91F-629161BF07CE}">
      <dsp:nvSpPr>
        <dsp:cNvPr id="0" name=""/>
        <dsp:cNvSpPr/>
      </dsp:nvSpPr>
      <dsp:spPr>
        <a:xfrm>
          <a:off x="492877" y="2826074"/>
          <a:ext cx="774830" cy="774830"/>
        </a:xfrm>
        <a:prstGeom prst="rect">
          <a:avLst/>
        </a:prstGeom>
        <a:blipFill>
          <a:blip xmlns:r="http://schemas.openxmlformats.org/officeDocument/2006/relationships" r:embed="rId5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a:blip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DCA4C694-130A-4D5A-AD25-78BD720CB7DE}">
      <dsp:nvSpPr>
        <dsp:cNvPr id="0" name=""/>
        <dsp:cNvSpPr/>
      </dsp:nvSpPr>
      <dsp:spPr>
        <a:xfrm>
          <a:off x="1834517" y="2545532"/>
          <a:ext cx="3148942" cy="1335915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l" defTabSz="93345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100" kern="1200"/>
            <a:t>The analysis supports informed operational and business planning</a:t>
          </a:r>
        </a:p>
      </dsp:txBody>
      <dsp:txXfrm>
        <a:off x="1834517" y="2545532"/>
        <a:ext cx="3148942" cy="1335915"/>
      </dsp:txXfrm>
    </dsp:sp>
    <dsp:sp modelId="{8BF7C714-3D37-4365-B1B5-33328C2A4B98}">
      <dsp:nvSpPr>
        <dsp:cNvPr id="0" name=""/>
        <dsp:cNvSpPr/>
      </dsp:nvSpPr>
      <dsp:spPr>
        <a:xfrm>
          <a:off x="5532139" y="2545532"/>
          <a:ext cx="1335915" cy="1335915"/>
        </a:xfrm>
        <a:prstGeom prst="ellipse">
          <a:avLst/>
        </a:prstGeom>
        <a:solidFill>
          <a:schemeClr val="accent1">
            <a:tint val="4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7FEC2AC4-F91F-4A10-8B95-5AE4B46960C8}">
      <dsp:nvSpPr>
        <dsp:cNvPr id="0" name=""/>
        <dsp:cNvSpPr/>
      </dsp:nvSpPr>
      <dsp:spPr>
        <a:xfrm>
          <a:off x="5812681" y="2826074"/>
          <a:ext cx="774830" cy="774830"/>
        </a:xfrm>
        <a:prstGeom prst="rect">
          <a:avLst/>
        </a:prstGeom>
        <a:blipFill>
          <a:blip xmlns:r="http://schemas.openxmlformats.org/officeDocument/2006/relationships" r:embed="rId7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a:blip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4198E393-30B4-4690-9A41-B394457A0FBE}">
      <dsp:nvSpPr>
        <dsp:cNvPr id="0" name=""/>
        <dsp:cNvSpPr/>
      </dsp:nvSpPr>
      <dsp:spPr>
        <a:xfrm>
          <a:off x="7154322" y="2545532"/>
          <a:ext cx="3148942" cy="1335915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l" defTabSz="93345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100" kern="1200"/>
            <a:t>Project demonstrates effective use of Excel for business intelligence</a:t>
          </a:r>
        </a:p>
      </dsp:txBody>
      <dsp:txXfrm>
        <a:off x="7154322" y="2545532"/>
        <a:ext cx="3148942" cy="1335915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05/8/layout/hierarchy1">
  <dgm:title val=""/>
  <dgm:desc val=""/>
  <dgm:catLst>
    <dgm:cat type="hierarchy" pri="2000"/>
  </dgm:catLst>
  <dgm:sampData>
    <dgm:dataModel>
      <dgm:ptLst>
        <dgm:pt modelId="0" type="doc"/>
        <dgm:pt modelId="1">
          <dgm:prSet phldr="1"/>
        </dgm:pt>
        <dgm:pt modelId="2">
          <dgm:prSet phldr="1"/>
        </dgm:pt>
        <dgm:pt modelId="21">
          <dgm:prSet phldr="1"/>
        </dgm:pt>
        <dgm:pt modelId="22">
          <dgm:prSet phldr="1"/>
        </dgm:pt>
        <dgm:pt modelId="3">
          <dgm:prSet phldr="1"/>
        </dgm:pt>
        <dgm:pt modelId="31">
          <dgm:prSet phldr="1"/>
        </dgm:pt>
      </dgm:ptLst>
      <dgm:cxnLst>
        <dgm:cxn modelId="4" srcId="0" destId="1" srcOrd="0" destOrd="0"/>
        <dgm:cxn modelId="5" srcId="1" destId="2" srcOrd="0" destOrd="0"/>
        <dgm:cxn modelId="6" srcId="1" destId="3" srcOrd="1" destOrd="0"/>
        <dgm:cxn modelId="23" srcId="2" destId="21" srcOrd="0" destOrd="0"/>
        <dgm:cxn modelId="24" srcId="2" destId="22" srcOrd="1" destOrd="0"/>
        <dgm:cxn modelId="33" srcId="3" destId="31" srcOrd="0" destOrd="0"/>
      </dgm:cxnLst>
      <dgm:bg/>
      <dgm:whole/>
    </dgm:dataModel>
  </dgm:sampData>
  <dgm:styleData>
    <dgm:dataModel>
      <dgm:ptLst>
        <dgm:pt modelId="0" type="doc"/>
        <dgm:pt modelId="1"/>
        <dgm:pt modelId="11"/>
        <dgm:pt modelId="12"/>
      </dgm:ptLst>
      <dgm:cxnLst>
        <dgm:cxn modelId="2" srcId="0" destId="1" srcOrd="0" destOrd="0"/>
        <dgm:cxn modelId="13" srcId="1" destId="11" srcOrd="0" destOrd="0"/>
        <dgm:cxn modelId="14" srcId="1" destId="1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21"/>
        <dgm:pt modelId="211"/>
        <dgm:pt modelId="3"/>
        <dgm:pt modelId="31"/>
        <dgm:pt modelId="311"/>
      </dgm:ptLst>
      <dgm:cxnLst>
        <dgm:cxn modelId="4" srcId="0" destId="1" srcOrd="0" destOrd="0"/>
        <dgm:cxn modelId="5" srcId="1" destId="2" srcOrd="0" destOrd="0"/>
        <dgm:cxn modelId="6" srcId="1" destId="3" srcOrd="1" destOrd="0"/>
        <dgm:cxn modelId="23" srcId="2" destId="21" srcOrd="0" destOrd="0"/>
        <dgm:cxn modelId="24" srcId="21" destId="211" srcOrd="0" destOrd="0"/>
        <dgm:cxn modelId="33" srcId="3" destId="31" srcOrd="0" destOrd="0"/>
        <dgm:cxn modelId="34" srcId="31" destId="311" srcOrd="0" destOrd="0"/>
      </dgm:cxnLst>
      <dgm:bg/>
      <dgm:whole/>
    </dgm:dataModel>
  </dgm:clrData>
  <dgm:layoutNode name="hierChild1">
    <dgm:varLst>
      <dgm:chPref val="1"/>
      <dgm:dir/>
      <dgm:animOne val="branch"/>
      <dgm:animLvl val="lvl"/>
      <dgm:resizeHandles/>
    </dgm:varLst>
    <dgm:choose name="Name0">
      <dgm:if name="Name1" func="var" arg="dir" op="equ" val="norm">
        <dgm:alg type="hierChild">
          <dgm:param type="linDir" val="fromL"/>
        </dgm:alg>
      </dgm:if>
      <dgm:else name="Name2">
        <dgm:alg type="hierChild">
          <dgm:param type="linDir" val="fromR"/>
        </dgm:alg>
      </dgm:else>
    </dgm:choose>
    <dgm:shape xmlns:r="http://schemas.openxmlformats.org/officeDocument/2006/relationships" r:blip="">
      <dgm:adjLst/>
    </dgm:shape>
    <dgm:presOf/>
    <dgm:constrLst>
      <dgm:constr type="primFontSz" for="des" ptType="node" op="equ" val="65"/>
      <dgm:constr type="w" for="des" forName="composite" refType="w"/>
      <dgm:constr type="h" for="des" forName="composite" refType="w" refFor="des" refForName="composite" fact="0.667"/>
      <dgm:constr type="w" for="des" forName="composite2" refType="w" refFor="des" refForName="composite"/>
      <dgm:constr type="h" for="des" forName="composite2" refType="h" refFor="des" refForName="composite"/>
      <dgm:constr type="w" for="des" forName="composite3" refType="w" refFor="des" refForName="composite"/>
      <dgm:constr type="h" for="des" forName="composite3" refType="h" refFor="des" refForName="composite"/>
      <dgm:constr type="w" for="des" forName="composite4" refType="w" refFor="des" refForName="composite"/>
      <dgm:constr type="h" for="des" forName="composite4" refType="h" refFor="des" refForName="composite"/>
      <dgm:constr type="w" for="des" forName="composite5" refType="w" refFor="des" refForName="composite"/>
      <dgm:constr type="h" for="des" forName="composite5" refType="h" refFor="des" refForName="composite"/>
      <dgm:constr type="sibSp" refType="w" refFor="des" refForName="composite" fact="0.1"/>
      <dgm:constr type="sibSp" for="des" forName="hierChild2" refType="sibSp"/>
      <dgm:constr type="sibSp" for="des" forName="hierChild3" refType="sibSp"/>
      <dgm:constr type="sibSp" for="des" forName="hierChild4" refType="sibSp"/>
      <dgm:constr type="sibSp" for="des" forName="hierChild5" refType="sibSp"/>
      <dgm:constr type="sibSp" for="des" forName="hierChild6" refType="sibSp"/>
      <dgm:constr type="sp" for="des" forName="hierRoot1" refType="h" refFor="des" refForName="composite" fact="0.25"/>
      <dgm:constr type="sp" for="des" forName="hierRoot2" refType="sp" refFor="des" refForName="hierRoot1"/>
      <dgm:constr type="sp" for="des" forName="hierRoot3" refType="sp" refFor="des" refForName="hierRoot1"/>
      <dgm:constr type="sp" for="des" forName="hierRoot4" refType="sp" refFor="des" refForName="hierRoot1"/>
      <dgm:constr type="sp" for="des" forName="hierRoot5" refType="sp" refFor="des" refForName="hierRoot1"/>
    </dgm:constrLst>
    <dgm:ruleLst/>
    <dgm:forEach name="Name3" axis="ch">
      <dgm:forEach name="Name4" axis="self" ptType="node">
        <dgm:layoutNode name="hierRoot1">
          <dgm:alg type="hierRoot"/>
          <dgm:shape xmlns:r="http://schemas.openxmlformats.org/officeDocument/2006/relationships" r:blip="">
            <dgm:adjLst/>
          </dgm:shape>
          <dgm:presOf/>
          <dgm:constrLst>
            <dgm:constr type="bendDist" for="des" ptType="parTrans" refType="sp" fact="0.5"/>
          </dgm:constrLst>
          <dgm:ruleLst/>
          <dgm:layoutNode name="composite">
            <dgm:alg type="composite"/>
            <dgm:shape xmlns:r="http://schemas.openxmlformats.org/officeDocument/2006/relationships" r:blip="">
              <dgm:adjLst/>
            </dgm:shape>
            <dgm:presOf/>
            <dgm:constrLst>
              <dgm:constr type="w" for="ch" forName="background" refType="w" fact="0.9"/>
              <dgm:constr type="h" for="ch" forName="background" refType="w" refFor="ch" refForName="background" fact="0.635"/>
              <dgm:constr type="t" for="ch" forName="background"/>
              <dgm:constr type="l" for="ch" forName="background"/>
              <dgm:constr type="w" for="ch" forName="text" refType="w" fact="0.9"/>
              <dgm:constr type="h" for="ch" forName="text" refType="w" refFor="ch" refForName="text" fact="0.635"/>
              <dgm:constr type="t" for="ch" forName="text" refType="w" fact="0.095"/>
              <dgm:constr type="l" for="ch" forName="text" refType="w" fact="0.1"/>
            </dgm:constrLst>
            <dgm:ruleLst/>
            <dgm:layoutNode name="background" styleLbl="node0" moveWith="text">
              <dgm:alg type="sp"/>
              <dgm:shape xmlns:r="http://schemas.openxmlformats.org/officeDocument/2006/relationships" type="roundRect" r:blip="">
                <dgm:adjLst>
                  <dgm:adj idx="1" val="0.1"/>
                </dgm:adjLst>
              </dgm:shape>
              <dgm:presOf/>
              <dgm:constrLst/>
              <dgm:ruleLst/>
            </dgm:layoutNode>
            <dgm:layoutNode name="text" styleLbl="fgAcc0">
              <dgm:varLst>
                <dgm:chPref val="3"/>
              </dgm:varLst>
              <dgm:alg type="tx"/>
              <dgm:shape xmlns:r="http://schemas.openxmlformats.org/officeDocument/2006/relationships" type="roundRect" r:blip="">
                <dgm:adjLst>
                  <dgm:adj idx="1" val="0.1"/>
                </dgm:adjLst>
              </dgm:shape>
              <dgm:presOf axis="self"/>
              <dgm:constrLst>
                <dgm:constr type="tMarg" refType="primFontSz" fact="0.3"/>
                <dgm:constr type="bMarg" refType="primFontSz" fact="0.3"/>
                <dgm:constr type="lMarg" refType="primFontSz" fact="0.3"/>
                <dgm:constr type="rMarg" refType="primFontSz" fact="0.3"/>
              </dgm:constrLst>
              <dgm:ruleLst>
                <dgm:rule type="primFontSz" val="5" fact="NaN" max="NaN"/>
              </dgm:ruleLst>
            </dgm:layoutNode>
          </dgm:layoutNode>
          <dgm:layoutNode name="hierChild2">
            <dgm:choose name="Name5">
              <dgm:if name="Name6" func="var" arg="dir" op="equ" val="norm">
                <dgm:alg type="hierChild">
                  <dgm:param type="linDir" val="fromL"/>
                </dgm:alg>
              </dgm:if>
              <dgm:else name="Name7">
                <dgm:alg type="hierChild">
                  <dgm:param type="linDir" val="fromR"/>
                </dgm:alg>
              </dgm:else>
            </dgm:choose>
            <dgm:shape xmlns:r="http://schemas.openxmlformats.org/officeDocument/2006/relationships" r:blip="">
              <dgm:adjLst/>
            </dgm:shape>
            <dgm:presOf/>
            <dgm:constrLst/>
            <dgm:ruleLst/>
            <dgm:forEach name="Name8" axis="ch">
              <dgm:forEach name="Name9" axis="self" ptType="parTrans" cnt="1">
                <dgm:layoutNode name="Name10">
                  <dgm:alg type="conn">
                    <dgm:param type="dim" val="1D"/>
                    <dgm:param type="endSty" val="noArr"/>
                    <dgm:param type="connRout" val="bend"/>
                    <dgm:param type="bendPt" val="end"/>
                    <dgm:param type="begPts" val="bCtr"/>
                    <dgm:param type="endPts" val="tCtr"/>
                    <dgm:param type="srcNode" val="background"/>
                    <dgm:param type="dstNode" val="background2"/>
                  </dgm:alg>
                  <dgm:shape xmlns:r="http://schemas.openxmlformats.org/officeDocument/2006/relationships" type="conn" r:blip="" zOrderOff="-999">
                    <dgm:adjLst/>
                  </dgm:shape>
                  <dgm:presOf axis="self"/>
                  <dgm:constrLst>
                    <dgm:constr type="begPad"/>
                    <dgm:constr type="endPad"/>
                  </dgm:constrLst>
                  <dgm:ruleLst/>
                </dgm:layoutNode>
              </dgm:forEach>
              <dgm:forEach name="Name11" axis="self" ptType="node">
                <dgm:layoutNode name="hierRoot2">
                  <dgm:alg type="hierRoot"/>
                  <dgm:shape xmlns:r="http://schemas.openxmlformats.org/officeDocument/2006/relationships" r:blip="">
                    <dgm:adjLst/>
                  </dgm:shape>
                  <dgm:presOf/>
                  <dgm:constrLst>
                    <dgm:constr type="bendDist" for="des" ptType="parTrans" refType="sp" fact="0.5"/>
                  </dgm:constrLst>
                  <dgm:ruleLst/>
                  <dgm:layoutNode name="composite2">
                    <dgm:alg type="composite"/>
                    <dgm:shape xmlns:r="http://schemas.openxmlformats.org/officeDocument/2006/relationships" r:blip="">
                      <dgm:adjLst/>
                    </dgm:shape>
                    <dgm:presOf/>
                    <dgm:constrLst>
                      <dgm:constr type="w" for="ch" forName="background2" refType="w" fact="0.9"/>
                      <dgm:constr type="h" for="ch" forName="background2" refType="w" refFor="ch" refForName="background2" fact="0.635"/>
                      <dgm:constr type="t" for="ch" forName="background2"/>
                      <dgm:constr type="l" for="ch" forName="background2"/>
                      <dgm:constr type="w" for="ch" forName="text2" refType="w" fact="0.9"/>
                      <dgm:constr type="h" for="ch" forName="text2" refType="w" refFor="ch" refForName="text2" fact="0.635"/>
                      <dgm:constr type="t" for="ch" forName="text2" refType="w" fact="0.095"/>
                      <dgm:constr type="l" for="ch" forName="text2" refType="w" fact="0.1"/>
                    </dgm:constrLst>
                    <dgm:ruleLst/>
                    <dgm:layoutNode name="background2" moveWith="text2">
                      <dgm:alg type="sp"/>
                      <dgm:shape xmlns:r="http://schemas.openxmlformats.org/officeDocument/2006/relationships" type="roundRect" r:blip="">
                        <dgm:adjLst>
                          <dgm:adj idx="1" val="0.1"/>
                        </dgm:adjLst>
                      </dgm:shape>
                      <dgm:presOf/>
                      <dgm:constrLst/>
                      <dgm:ruleLst/>
                    </dgm:layoutNode>
                    <dgm:layoutNode name="text2" styleLbl="fgAcc2">
                      <dgm:varLst>
                        <dgm:chPref val="3"/>
                      </dgm:varLst>
                      <dgm:alg type="tx"/>
                      <dgm:shape xmlns:r="http://schemas.openxmlformats.org/officeDocument/2006/relationships" type="roundRect" r:blip="">
                        <dgm:adjLst>
                          <dgm:adj idx="1" val="0.1"/>
                        </dgm:adjLst>
                      </dgm:shape>
                      <dgm:presOf axis="self"/>
                      <dgm:constrLst>
                        <dgm:constr type="tMarg" refType="primFontSz" fact="0.3"/>
                        <dgm:constr type="bMarg" refType="primFontSz" fact="0.3"/>
                        <dgm:constr type="lMarg" refType="primFontSz" fact="0.3"/>
                        <dgm:constr type="rMarg" refType="primFontSz" fact="0.3"/>
                      </dgm:constrLst>
                      <dgm:ruleLst>
                        <dgm:rule type="primFontSz" val="5" fact="NaN" max="NaN"/>
                      </dgm:ruleLst>
                    </dgm:layoutNode>
                  </dgm:layoutNode>
                  <dgm:layoutNode name="hierChild3">
                    <dgm:choose name="Name12">
                      <dgm:if name="Name13" func="var" arg="dir" op="equ" val="norm">
                        <dgm:alg type="hierChild">
                          <dgm:param type="linDir" val="fromL"/>
                        </dgm:alg>
                      </dgm:if>
                      <dgm:else name="Name14">
                        <dgm:alg type="hierChild">
                          <dgm:param type="linDir" val="fromR"/>
                        </dgm:alg>
                      </dgm:else>
                    </dgm:choose>
                    <dgm:shape xmlns:r="http://schemas.openxmlformats.org/officeDocument/2006/relationships" r:blip="">
                      <dgm:adjLst/>
                    </dgm:shape>
                    <dgm:presOf/>
                    <dgm:constrLst/>
                    <dgm:ruleLst/>
                    <dgm:forEach name="Name15" axis="ch">
                      <dgm:forEach name="Name16" axis="self" ptType="parTrans" cnt="1">
                        <dgm:layoutNode name="Name17">
                          <dgm:alg type="conn">
                            <dgm:param type="dim" val="1D"/>
                            <dgm:param type="endSty" val="noArr"/>
                            <dgm:param type="connRout" val="bend"/>
                            <dgm:param type="bendPt" val="end"/>
                            <dgm:param type="begPts" val="bCtr"/>
                            <dgm:param type="endPts" val="tCtr"/>
                            <dgm:param type="srcNode" val="background2"/>
                            <dgm:param type="dstNode" val="background3"/>
                          </dgm:alg>
                          <dgm:shape xmlns:r="http://schemas.openxmlformats.org/officeDocument/2006/relationships" type="conn" r:blip="" zOrderOff="-999">
                            <dgm:adjLst/>
                          </dgm:shape>
                          <dgm:presOf axis="self"/>
                          <dgm:constrLst>
                            <dgm:constr type="begPad"/>
                            <dgm:constr type="endPad"/>
                          </dgm:constrLst>
                          <dgm:ruleLst/>
                        </dgm:layoutNode>
                      </dgm:forEach>
                      <dgm:forEach name="Name18" axis="self" ptType="node">
                        <dgm:layoutNode name="hierRoot3">
                          <dgm:alg type="hierRoot"/>
                          <dgm:shape xmlns:r="http://schemas.openxmlformats.org/officeDocument/2006/relationships" r:blip="">
                            <dgm:adjLst/>
                          </dgm:shape>
                          <dgm:presOf/>
                          <dgm:constrLst>
                            <dgm:constr type="bendDist" for="des" ptType="parTrans" refType="sp" fact="0.5"/>
                          </dgm:constrLst>
                          <dgm:ruleLst/>
                          <dgm:layoutNode name="composite3">
                            <dgm:alg type="composite"/>
                            <dgm:shape xmlns:r="http://schemas.openxmlformats.org/officeDocument/2006/relationships" r:blip="">
                              <dgm:adjLst/>
                            </dgm:shape>
                            <dgm:presOf/>
                            <dgm:constrLst>
                              <dgm:constr type="w" for="ch" forName="background3" refType="w" fact="0.9"/>
                              <dgm:constr type="h" for="ch" forName="background3" refType="w" refFor="ch" refForName="background3" fact="0.635"/>
                              <dgm:constr type="t" for="ch" forName="background3"/>
                              <dgm:constr type="l" for="ch" forName="background3"/>
                              <dgm:constr type="w" for="ch" forName="text3" refType="w" fact="0.9"/>
                              <dgm:constr type="h" for="ch" forName="text3" refType="w" refFor="ch" refForName="text3" fact="0.635"/>
                              <dgm:constr type="t" for="ch" forName="text3" refType="w" fact="0.095"/>
                              <dgm:constr type="l" for="ch" forName="text3" refType="w" fact="0.1"/>
                            </dgm:constrLst>
                            <dgm:ruleLst/>
                            <dgm:layoutNode name="background3" moveWith="text3">
                              <dgm:alg type="sp"/>
                              <dgm:shape xmlns:r="http://schemas.openxmlformats.org/officeDocument/2006/relationships" type="roundRect" r:blip="">
                                <dgm:adjLst>
                                  <dgm:adj idx="1" val="0.1"/>
                                </dgm:adjLst>
                              </dgm:shape>
                              <dgm:presOf/>
                              <dgm:constrLst/>
                              <dgm:ruleLst/>
                            </dgm:layoutNode>
                            <dgm:layoutNode name="text3" styleLbl="fgAcc3">
                              <dgm:varLst>
                                <dgm:chPref val="3"/>
                              </dgm:varLst>
                              <dgm:alg type="tx"/>
                              <dgm:shape xmlns:r="http://schemas.openxmlformats.org/officeDocument/2006/relationships" type="roundRect" r:blip="">
                                <dgm:adjLst>
                                  <dgm:adj idx="1" val="0.1"/>
                                </dgm:adjLst>
                              </dgm:shape>
                              <dgm:presOf axis="self"/>
                              <dgm:constrLst>
                                <dgm:constr type="tMarg" refType="primFontSz" fact="0.3"/>
                                <dgm:constr type="bMarg" refType="primFontSz" fact="0.3"/>
                                <dgm:constr type="lMarg" refType="primFontSz" fact="0.3"/>
                                <dgm:constr type="rMarg" refType="primFontSz" fact="0.3"/>
                              </dgm:constrLst>
                              <dgm:ruleLst>
                                <dgm:rule type="primFontSz" val="5" fact="NaN" max="NaN"/>
                              </dgm:ruleLst>
                            </dgm:layoutNode>
                          </dgm:layoutNode>
                          <dgm:layoutNode name="hierChild4">
                            <dgm:choose name="Name19">
                              <dgm:if name="Name20" func="var" arg="dir" op="equ" val="norm">
                                <dgm:alg type="hierChild">
                                  <dgm:param type="linDir" val="fromL"/>
                                </dgm:alg>
                              </dgm:if>
                              <dgm:else name="Name21">
                                <dgm:alg type="hierChild">
                                  <dgm:param type="linDir" val="fromR"/>
                                </dgm:alg>
                              </dgm:else>
                            </dgm:choose>
                            <dgm:shape xmlns:r="http://schemas.openxmlformats.org/officeDocument/2006/relationships" r:blip="">
                              <dgm:adjLst/>
                            </dgm:shape>
                            <dgm:presOf/>
                            <dgm:constrLst/>
                            <dgm:ruleLst/>
                            <dgm:forEach name="repeat" axis="ch">
                              <dgm:forEach name="Name22" axis="self" ptType="parTrans" cnt="1">
                                <dgm:layoutNode name="Name23">
                                  <dgm:choose name="Name24">
                                    <dgm:if name="Name25" axis="self" func="depth" op="lte" val="4">
                                      <dgm:alg type="conn">
                                        <dgm:param type="dim" val="1D"/>
                                        <dgm:param type="endSty" val="noArr"/>
                                        <dgm:param type="connRout" val="bend"/>
                                        <dgm:param type="bendPt" val="end"/>
                                        <dgm:param type="begPts" val="bCtr"/>
                                        <dgm:param type="endPts" val="tCtr"/>
                                        <dgm:param type="srcNode" val="background3"/>
                                        <dgm:param type="dstNode" val="background4"/>
                                      </dgm:alg>
                                    </dgm:if>
                                    <dgm:else name="Name26">
                                      <dgm:alg type="conn">
                                        <dgm:param type="dim" val="1D"/>
                                        <dgm:param type="endSty" val="noArr"/>
                                        <dgm:param type="connRout" val="bend"/>
                                        <dgm:param type="bendPt" val="end"/>
                                        <dgm:param type="begPts" val="bCtr"/>
                                        <dgm:param type="endPts" val="tCtr"/>
                                        <dgm:param type="srcNode" val="background4"/>
                                        <dgm:param type="dstNode" val="background4"/>
                                      </dgm:alg>
                                    </dgm:else>
                                  </dgm:choose>
                                  <dgm:shape xmlns:r="http://schemas.openxmlformats.org/officeDocument/2006/relationships" type="conn" r:blip="" zOrderOff="-999">
                                    <dgm:adjLst/>
                                  </dgm:shape>
                                  <dgm:presOf axis="self"/>
                                  <dgm:constrLst>
                                    <dgm:constr type="begPad"/>
                                    <dgm:constr type="endPad"/>
                                  </dgm:constrLst>
                                  <dgm:ruleLst/>
                                </dgm:layoutNode>
                              </dgm:forEach>
                              <dgm:forEach name="Name27" axis="self" ptType="node">
                                <dgm:layoutNode name="hierRoot4">
                                  <dgm:alg type="hierRoot"/>
                                  <dgm:shape xmlns:r="http://schemas.openxmlformats.org/officeDocument/2006/relationships" r:blip="">
                                    <dgm:adjLst/>
                                  </dgm:shape>
                                  <dgm:presOf/>
                                  <dgm:constrLst>
                                    <dgm:constr type="bendDist" for="des" ptType="parTrans" refType="sp" fact="0.5"/>
                                  </dgm:constrLst>
                                  <dgm:ruleLst/>
                                  <dgm:layoutNode name="composite4">
                                    <dgm:alg type="composite"/>
                                    <dgm:shape xmlns:r="http://schemas.openxmlformats.org/officeDocument/2006/relationships" r:blip="">
                                      <dgm:adjLst/>
                                    </dgm:shape>
                                    <dgm:presOf/>
                                    <dgm:constrLst>
                                      <dgm:constr type="w" for="ch" forName="background4" refType="w" fact="0.9"/>
                                      <dgm:constr type="h" for="ch" forName="background4" refType="w" refFor="ch" refForName="background4" fact="0.635"/>
                                      <dgm:constr type="t" for="ch" forName="background4"/>
                                      <dgm:constr type="l" for="ch" forName="background4"/>
                                      <dgm:constr type="w" for="ch" forName="text4" refType="w" fact="0.9"/>
                                      <dgm:constr type="h" for="ch" forName="text4" refType="w" refFor="ch" refForName="text4" fact="0.635"/>
                                      <dgm:constr type="t" for="ch" forName="text4" refType="w" fact="0.095"/>
                                      <dgm:constr type="l" for="ch" forName="text4" refType="w" fact="0.1"/>
                                    </dgm:constrLst>
                                    <dgm:ruleLst/>
                                    <dgm:layoutNode name="background4" moveWith="text4">
                                      <dgm:alg type="sp"/>
                                      <dgm:shape xmlns:r="http://schemas.openxmlformats.org/officeDocument/2006/relationships" type="roundRect" r:blip="">
                                        <dgm:adjLst>
                                          <dgm:adj idx="1" val="0.1"/>
                                        </dgm:adjLst>
                                      </dgm:shape>
                                      <dgm:presOf/>
                                      <dgm:constrLst/>
                                      <dgm:ruleLst/>
                                    </dgm:layoutNode>
                                    <dgm:layoutNode name="text4" styleLbl="fgAcc4">
                                      <dgm:varLst>
                                        <dgm:chPref val="3"/>
                                      </dgm:varLst>
                                      <dgm:alg type="tx"/>
                                      <dgm:shape xmlns:r="http://schemas.openxmlformats.org/officeDocument/2006/relationships" type="roundRect" r:blip="">
                                        <dgm:adjLst>
                                          <dgm:adj idx="1" val="0.1"/>
                                        </dgm:adjLst>
                                      </dgm:shape>
                                      <dgm:presOf axis="self"/>
                                      <dgm:constrLst>
                                        <dgm:constr type="tMarg" refType="primFontSz" fact="0.3"/>
                                        <dgm:constr type="bMarg" refType="primFontSz" fact="0.3"/>
                                        <dgm:constr type="lMarg" refType="primFontSz" fact="0.3"/>
                                        <dgm:constr type="rMarg" refType="primFontSz" fact="0.3"/>
                                      </dgm:constrLst>
                                      <dgm:ruleLst>
                                        <dgm:rule type="primFontSz" val="5" fact="NaN" max="NaN"/>
                                      </dgm:ruleLst>
                                    </dgm:layoutNode>
                                  </dgm:layoutNode>
                                  <dgm:layoutNode name="hierChild5">
                                    <dgm:choose name="Name28">
                                      <dgm:if name="Name29" func="var" arg="dir" op="equ" val="norm">
                                        <dgm:alg type="hierChild">
                                          <dgm:param type="linDir" val="fromL"/>
                                        </dgm:alg>
                                      </dgm:if>
                                      <dgm:else name="Name30">
                                        <dgm:alg type="hierChild">
                                          <dgm:param type="linDir" val="fromR"/>
                                        </dgm:alg>
                                      </dgm:else>
                                    </dgm:choose>
                                    <dgm:shape xmlns:r="http://schemas.openxmlformats.org/officeDocument/2006/relationships" r:blip="">
                                      <dgm:adjLst/>
                                    </dgm:shape>
                                    <dgm:presOf/>
                                    <dgm:constrLst/>
                                    <dgm:ruleLst/>
                                    <dgm:forEach name="Name31" ref="repeat"/>
                                  </dgm:layoutNode>
                                </dgm:layoutNode>
                              </dgm:forEach>
                            </dgm:forEach>
                          </dgm:layoutNode>
                        </dgm:layoutNode>
                      </dgm:forEach>
                    </dgm:forEach>
                  </dgm:layoutNode>
                </dgm:layoutNode>
              </dgm:forEach>
            </dgm:forEach>
          </dgm:layoutNode>
        </dgm:layoutNode>
      </dgm:forEach>
    </dgm:forEach>
  </dgm:layoutNode>
</dgm:layoutDef>
</file>

<file path=ppt/diagrams/layout2.xml><?xml version="1.0" encoding="utf-8"?>
<dgm:layoutDef xmlns:dgm="http://schemas.openxmlformats.org/drawingml/2006/diagram" xmlns:a="http://schemas.openxmlformats.org/drawingml/2006/main" uniqueId="urn:microsoft.com/office/officeart/2005/8/layout/vList2">
  <dgm:title val=""/>
  <dgm:desc val=""/>
  <dgm:catLst>
    <dgm:cat type="list" pri="3000"/>
    <dgm:cat type="convert" pri="10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2">
          <dgm:prSet phldr="1"/>
        </dgm:pt>
        <dgm:pt modelId="21">
          <dgm:prSet phldr="1"/>
        </dgm:pt>
      </dgm:ptLst>
      <dgm:cxnLst>
        <dgm:cxn modelId="4" srcId="0" destId="1" srcOrd="0" destOrd="0"/>
        <dgm:cxn modelId="5" srcId="0" destId="2" srcOrd="1" destOrd="0"/>
        <dgm:cxn modelId="12" srcId="1" destId="11" srcOrd="0" destOrd="0"/>
        <dgm:cxn modelId="23" srcId="2" destId="21" srcOrd="0" destOrd="0"/>
      </dgm:cxnLst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linear">
    <dgm:varLst>
      <dgm:animLvl val="lvl"/>
      <dgm:resizeHandles val="exact"/>
    </dgm:varLst>
    <dgm:alg type="lin">
      <dgm:param type="linDir" val="fromT"/>
      <dgm:param type="vertAlign" val="mid"/>
    </dgm:alg>
    <dgm:shape xmlns:r="http://schemas.openxmlformats.org/officeDocument/2006/relationships" r:blip="">
      <dgm:adjLst/>
    </dgm:shape>
    <dgm:presOf/>
    <dgm:constrLst>
      <dgm:constr type="w" for="ch" forName="parentText" refType="w"/>
      <dgm:constr type="h" for="ch" forName="parentText" refType="primFontSz" refFor="ch" refForName="parentText" fact="0.52"/>
      <dgm:constr type="w" for="ch" forName="childText" refType="w"/>
      <dgm:constr type="h" for="ch" forName="childText" refType="primFontSz" refFor="ch" refForName="parentText" fact="0.46"/>
      <dgm:constr type="h" for="ch" forName="parentText" op="equ"/>
      <dgm:constr type="primFontSz" for="ch" forName="parentText" op="equ" val="65"/>
      <dgm:constr type="primFontSz" for="ch" forName="childText" refType="primFontSz" refFor="ch" refForName="parentText" op="equ"/>
      <dgm:constr type="h" for="ch" forName="spacer" refType="primFontSz" refFor="ch" refForName="parentText" fact="0.08"/>
    </dgm:constrLst>
    <dgm:ruleLst>
      <dgm:rule type="primFontSz" for="ch" forName="parentText" val="5" fact="NaN" max="NaN"/>
    </dgm:ruleLst>
    <dgm:forEach name="Name0" axis="ch" ptType="node">
      <dgm:layoutNode name="parentText" styleLbl="node1">
        <dgm:varLst>
          <dgm:chMax val="0"/>
          <dgm:bulletEnabled val="1"/>
        </dgm:varLst>
        <dgm:alg type="tx">
          <dgm:param type="parTxLTRAlign" val="l"/>
          <dgm:param type="parTxRTLAlign" val="r"/>
        </dgm:alg>
        <dgm:shape xmlns:r="http://schemas.openxmlformats.org/officeDocument/2006/relationships" type="roundRect" r:blip="">
          <dgm:adjLst/>
        </dgm:shape>
        <dgm:presOf axis="self"/>
        <dgm:constrLst>
          <dgm:constr type="tMarg" refType="primFontSz" fact="0.3"/>
          <dgm:constr type="bMarg" refType="primFontSz" fact="0.3"/>
          <dgm:constr type="lMarg" refType="primFontSz" fact="0.3"/>
          <dgm:constr type="rMarg" refType="primFontSz" fact="0.3"/>
        </dgm:constrLst>
        <dgm:ruleLst>
          <dgm:rule type="h" val="INF" fact="NaN" max="NaN"/>
        </dgm:ruleLst>
      </dgm:layoutNode>
      <dgm:choose name="Name1">
        <dgm:if name="Name2" axis="ch" ptType="node" func="cnt" op="gte" val="1">
          <dgm:layoutNode name="childText" styleLbl="revTx">
            <dgm:varLst>
              <dgm:bulletEnabled val="1"/>
            </dgm:varLst>
            <dgm:alg type="tx">
              <dgm:param type="stBulletLvl" val="1"/>
              <dgm:param type="lnSpAfChP" val="20"/>
            </dgm:alg>
            <dgm:shape xmlns:r="http://schemas.openxmlformats.org/officeDocument/2006/relationships" type="rect" r:blip="">
              <dgm:adjLst/>
            </dgm:shape>
            <dgm:presOf axis="des" ptType="node"/>
            <dgm:constrLst>
              <dgm:constr type="tMarg" refType="primFontSz" fact="0.1"/>
              <dgm:constr type="bMarg" refType="primFontSz" fact="0.1"/>
              <dgm:constr type="lMarg" refType="w" fact="0.09"/>
            </dgm:constrLst>
            <dgm:ruleLst>
              <dgm:rule type="h" val="INF" fact="NaN" max="NaN"/>
            </dgm:ruleLst>
          </dgm:layoutNode>
        </dgm:if>
        <dgm:else name="Name3">
          <dgm:choose name="Name4">
            <dgm:if name="Name5" axis="par ch" ptType="doc node" func="cnt" op="gte" val="2">
              <dgm:forEach name="Name6" axis="followSib" ptType="sibTrans" cnt="1">
                <dgm:layoutNode name="spacer">
                  <dgm:alg type="sp"/>
                  <dgm:shape xmlns:r="http://schemas.openxmlformats.org/officeDocument/2006/relationships" r:blip="">
                    <dgm:adjLst/>
                  </dgm:shape>
                  <dgm:presOf/>
                  <dgm:constrLst/>
                  <dgm:ruleLst/>
                </dgm:layoutNode>
              </dgm:forEach>
            </dgm:if>
            <dgm:else name="Name7"/>
          </dgm:choose>
        </dgm:else>
      </dgm:choose>
    </dgm:forEach>
  </dgm:layoutNode>
</dgm:layoutDef>
</file>

<file path=ppt/diagrams/layout3.xml><?xml version="1.0" encoding="utf-8"?>
<dgm:layoutDef xmlns:dgm="http://schemas.openxmlformats.org/drawingml/2006/diagram" xmlns:a="http://schemas.openxmlformats.org/drawingml/2006/main" uniqueId="urn:microsoft.com/office/officeart/2005/8/layout/list1">
  <dgm:title val=""/>
  <dgm:desc val=""/>
  <dgm:catLst>
    <dgm:cat type="list" pri="4000"/>
  </dgm:catLst>
  <dgm:sampData>
    <dgm:dataModel>
      <dgm:ptLst>
        <dgm:pt modelId="0" type="doc"/>
        <dgm:pt modelId="1">
          <dgm:prSet phldr="1"/>
        </dgm:pt>
        <dgm:pt modelId="2">
          <dgm:prSet phldr="1"/>
        </dgm:pt>
        <dgm:pt modelId="3">
          <dgm:prSet phldr="1"/>
        </dgm:pt>
      </dgm:ptLst>
      <dgm:cxnLst>
        <dgm:cxn modelId="4" srcId="0" destId="1" srcOrd="0" destOrd="0"/>
        <dgm:cxn modelId="5" srcId="0" destId="2" srcOrd="1" destOrd="0"/>
        <dgm:cxn modelId="6" srcId="0" destId="3" srcOrd="2" destOrd="0"/>
      </dgm:cxnLst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4" srcId="0" destId="1" srcOrd="0" destOrd="0"/>
        <dgm:cxn modelId="5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linear">
    <dgm:varLst>
      <dgm:dir/>
      <dgm:animLvl val="lvl"/>
      <dgm:resizeHandles val="exact"/>
    </dgm:varLst>
    <dgm:choose name="Name0">
      <dgm:if name="Name1" func="var" arg="dir" op="equ" val="norm">
        <dgm:alg type="lin">
          <dgm:param type="linDir" val="fromT"/>
          <dgm:param type="vertAlign" val="mid"/>
          <dgm:param type="horzAlign" val="l"/>
          <dgm:param type="nodeHorzAlign" val="l"/>
        </dgm:alg>
      </dgm:if>
      <dgm:else name="Name2">
        <dgm:alg type="lin">
          <dgm:param type="linDir" val="fromT"/>
          <dgm:param type="vertAlign" val="mid"/>
          <dgm:param type="horzAlign" val="r"/>
          <dgm:param type="nodeHorzAlign" val="r"/>
        </dgm:alg>
      </dgm:else>
    </dgm:choose>
    <dgm:shape xmlns:r="http://schemas.openxmlformats.org/officeDocument/2006/relationships" r:blip="">
      <dgm:adjLst/>
    </dgm:shape>
    <dgm:presOf/>
    <dgm:constrLst>
      <dgm:constr type="w" for="ch" forName="parentLin" refType="w"/>
      <dgm:constr type="h" for="ch" forName="parentLin" val="INF"/>
      <dgm:constr type="w" for="des" forName="parentLeftMargin" refType="w" fact="0.05"/>
      <dgm:constr type="w" for="des" forName="parentText" refType="w" fact="0.7"/>
      <dgm:constr type="h" for="des" forName="parentText" refType="primFontSz" refFor="des" refForName="parentText" fact="0.82"/>
      <dgm:constr type="h" for="ch" forName="negativeSpace" refType="primFontSz" refFor="des" refForName="parentText" fact="-0.41"/>
      <dgm:constr type="h" for="ch" forName="negativeSpace" refType="h" refFor="des" refForName="parentText" op="lte" fact="-0.82"/>
      <dgm:constr type="h" for="ch" forName="negativeSpace" refType="h" refFor="des" refForName="parentText" op="gte" fact="-0.82"/>
      <dgm:constr type="w" for="ch" forName="childText" refType="w"/>
      <dgm:constr type="h" for="ch" forName="childText" refType="primFontSz" refFor="des" refForName="parentText" fact="0.7"/>
      <dgm:constr type="primFontSz" for="des" forName="parentText" val="65"/>
      <dgm:constr type="primFontSz" for="ch" forName="childText" refType="primFontSz" refFor="des" refForName="parentText"/>
      <dgm:constr type="tMarg" for="ch" forName="childText" refType="primFontSz" refFor="des" refForName="parentText" fact="1.64"/>
      <dgm:constr type="tMarg" for="ch" forName="childText" refType="h" refFor="des" refForName="parentText" op="lte" fact="3.28"/>
      <dgm:constr type="tMarg" for="ch" forName="childText" refType="h" refFor="des" refForName="parentText" op="gte" fact="3.28"/>
      <dgm:constr type="lMarg" for="ch" forName="childText" refType="w" fact="0.22"/>
      <dgm:constr type="rMarg" for="ch" forName="childText" refType="lMarg" refFor="ch" refForName="childText"/>
      <dgm:constr type="lMarg" for="des" forName="parentText" refType="w" fact="0.075"/>
      <dgm:constr type="rMarg" for="des" forName="parentText" refType="lMarg" refFor="des" refForName="parentText"/>
      <dgm:constr type="h" for="ch" forName="spaceBetweenRectangles" refType="primFontSz" refFor="des" refForName="parentText" fact="0.15"/>
    </dgm:constrLst>
    <dgm:ruleLst>
      <dgm:rule type="primFontSz" for="des" forName="parentText" val="5" fact="NaN" max="NaN"/>
    </dgm:ruleLst>
    <dgm:forEach name="Name3" axis="ch" ptType="node">
      <dgm:layoutNode name="parentLin">
        <dgm:choose name="Name4">
          <dgm:if name="Name5" func="var" arg="dir" op="equ" val="norm">
            <dgm:alg type="lin">
              <dgm:param type="linDir" val="fromL"/>
              <dgm:param type="horzAlign" val="l"/>
              <dgm:param type="nodeHorzAlign" val="l"/>
            </dgm:alg>
          </dgm:if>
          <dgm:else name="Name6">
            <dgm:alg type="lin">
              <dgm:param type="linDir" val="fromR"/>
              <dgm:param type="horzAlign" val="r"/>
              <dgm:param type="nodeHorzAlign" val="r"/>
            </dgm:alg>
          </dgm:else>
        </dgm:choose>
        <dgm:shape xmlns:r="http://schemas.openxmlformats.org/officeDocument/2006/relationships" r:blip="">
          <dgm:adjLst/>
        </dgm:shape>
        <dgm:presOf/>
        <dgm:constrLst/>
        <dgm:ruleLst/>
        <dgm:layoutNode name="parentLeftMargin">
          <dgm:alg type="sp"/>
          <dgm:shape xmlns:r="http://schemas.openxmlformats.org/officeDocument/2006/relationships" type="rect" r:blip="" hideGeom="1">
            <dgm:adjLst/>
          </dgm:shape>
          <dgm:presOf axis="self"/>
          <dgm:constrLst>
            <dgm:constr type="h"/>
          </dgm:constrLst>
          <dgm:ruleLst/>
        </dgm:layoutNode>
        <dgm:layoutNode name="parentText" styleLbl="node1">
          <dgm:varLst>
            <dgm:chMax val="0"/>
            <dgm:bulletEnabled val="1"/>
          </dgm:varLst>
          <dgm:choose name="Name7">
            <dgm:if name="Name8" func="var" arg="dir" op="equ" val="norm">
              <dgm:alg type="tx">
                <dgm:param type="parTxLTRAlign" val="l"/>
                <dgm:param type="parTxRTLAlign" val="l"/>
              </dgm:alg>
            </dgm:if>
            <dgm:else name="Name9">
              <dgm:alg type="tx">
                <dgm:param type="parTxLTRAlign" val="r"/>
                <dgm:param type="parTxRTLAlign" val="r"/>
              </dgm:alg>
            </dgm:else>
          </dgm:choose>
          <dgm:shape xmlns:r="http://schemas.openxmlformats.org/officeDocument/2006/relationships" type="roundRect" r:blip="">
            <dgm:adjLst/>
          </dgm:shape>
          <dgm:presOf axis="self" ptType="node"/>
          <dgm:constrLst>
            <dgm:constr type="tMarg"/>
            <dgm:constr type="bMarg"/>
          </dgm:constrLst>
          <dgm:ruleLst/>
        </dgm:layoutNode>
      </dgm:layoutNode>
      <dgm:layoutNode name="negativeSpace">
        <dgm:alg type="sp"/>
        <dgm:shape xmlns:r="http://schemas.openxmlformats.org/officeDocument/2006/relationships" r:blip="">
          <dgm:adjLst/>
        </dgm:shape>
        <dgm:presOf/>
        <dgm:constrLst/>
        <dgm:ruleLst/>
      </dgm:layoutNode>
      <dgm:layoutNode name="childText" styleLbl="conFgAcc1">
        <dgm:varLst>
          <dgm:bulletEnabled val="1"/>
        </dgm:varLst>
        <dgm:alg type="tx">
          <dgm:param type="stBulletLvl" val="1"/>
        </dgm:alg>
        <dgm:shape xmlns:r="http://schemas.openxmlformats.org/officeDocument/2006/relationships" type="rect" r:blip="" zOrderOff="-2">
          <dgm:adjLst/>
        </dgm:shape>
        <dgm:presOf axis="des" ptType="node"/>
        <dgm:constrLst>
          <dgm:constr type="secFontSz" refType="primFontSz"/>
        </dgm:constrLst>
        <dgm:ruleLst>
          <dgm:rule type="h" val="INF" fact="NaN" max="NaN"/>
        </dgm:ruleLst>
      </dgm:layoutNode>
      <dgm:forEach name="Name10" axis="followSib" ptType="sibTrans" cnt="1">
        <dgm:layoutNode name="spaceBetweenRectangles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</dgm:forEach>
    </dgm:forEach>
  </dgm:layoutNode>
</dgm:layoutDef>
</file>

<file path=ppt/diagrams/layout4.xml><?xml version="1.0" encoding="utf-8"?>
<dgm:layoutDef xmlns:dgm="http://schemas.openxmlformats.org/drawingml/2006/diagram" xmlns:a="http://schemas.openxmlformats.org/drawingml/2006/main" uniqueId="urn:microsoft.com/office/officeart/2005/8/layout/vList2">
  <dgm:title val=""/>
  <dgm:desc val=""/>
  <dgm:catLst>
    <dgm:cat type="list" pri="3000"/>
    <dgm:cat type="convert" pri="10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2">
          <dgm:prSet phldr="1"/>
        </dgm:pt>
        <dgm:pt modelId="21">
          <dgm:prSet phldr="1"/>
        </dgm:pt>
      </dgm:ptLst>
      <dgm:cxnLst>
        <dgm:cxn modelId="4" srcId="0" destId="1" srcOrd="0" destOrd="0"/>
        <dgm:cxn modelId="5" srcId="0" destId="2" srcOrd="1" destOrd="0"/>
        <dgm:cxn modelId="12" srcId="1" destId="11" srcOrd="0" destOrd="0"/>
        <dgm:cxn modelId="23" srcId="2" destId="21" srcOrd="0" destOrd="0"/>
      </dgm:cxnLst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linear">
    <dgm:varLst>
      <dgm:animLvl val="lvl"/>
      <dgm:resizeHandles val="exact"/>
    </dgm:varLst>
    <dgm:alg type="lin">
      <dgm:param type="linDir" val="fromT"/>
      <dgm:param type="vertAlign" val="mid"/>
    </dgm:alg>
    <dgm:shape xmlns:r="http://schemas.openxmlformats.org/officeDocument/2006/relationships" r:blip="">
      <dgm:adjLst/>
    </dgm:shape>
    <dgm:presOf/>
    <dgm:constrLst>
      <dgm:constr type="w" for="ch" forName="parentText" refType="w"/>
      <dgm:constr type="h" for="ch" forName="parentText" refType="primFontSz" refFor="ch" refForName="parentText" fact="0.52"/>
      <dgm:constr type="w" for="ch" forName="childText" refType="w"/>
      <dgm:constr type="h" for="ch" forName="childText" refType="primFontSz" refFor="ch" refForName="parentText" fact="0.46"/>
      <dgm:constr type="h" for="ch" forName="parentText" op="equ"/>
      <dgm:constr type="primFontSz" for="ch" forName="parentText" op="equ" val="65"/>
      <dgm:constr type="primFontSz" for="ch" forName="childText" refType="primFontSz" refFor="ch" refForName="parentText" op="equ"/>
      <dgm:constr type="h" for="ch" forName="spacer" refType="primFontSz" refFor="ch" refForName="parentText" fact="0.08"/>
    </dgm:constrLst>
    <dgm:ruleLst>
      <dgm:rule type="primFontSz" for="ch" forName="parentText" val="5" fact="NaN" max="NaN"/>
    </dgm:ruleLst>
    <dgm:forEach name="Name0" axis="ch" ptType="node">
      <dgm:layoutNode name="parentText" styleLbl="node1">
        <dgm:varLst>
          <dgm:chMax val="0"/>
          <dgm:bulletEnabled val="1"/>
        </dgm:varLst>
        <dgm:alg type="tx">
          <dgm:param type="parTxLTRAlign" val="l"/>
          <dgm:param type="parTxRTLAlign" val="r"/>
        </dgm:alg>
        <dgm:shape xmlns:r="http://schemas.openxmlformats.org/officeDocument/2006/relationships" type="roundRect" r:blip="">
          <dgm:adjLst/>
        </dgm:shape>
        <dgm:presOf axis="self"/>
        <dgm:constrLst>
          <dgm:constr type="tMarg" refType="primFontSz" fact="0.3"/>
          <dgm:constr type="bMarg" refType="primFontSz" fact="0.3"/>
          <dgm:constr type="lMarg" refType="primFontSz" fact="0.3"/>
          <dgm:constr type="rMarg" refType="primFontSz" fact="0.3"/>
        </dgm:constrLst>
        <dgm:ruleLst>
          <dgm:rule type="h" val="INF" fact="NaN" max="NaN"/>
        </dgm:ruleLst>
      </dgm:layoutNode>
      <dgm:choose name="Name1">
        <dgm:if name="Name2" axis="ch" ptType="node" func="cnt" op="gte" val="1">
          <dgm:layoutNode name="childText" styleLbl="revTx">
            <dgm:varLst>
              <dgm:bulletEnabled val="1"/>
            </dgm:varLst>
            <dgm:alg type="tx">
              <dgm:param type="stBulletLvl" val="1"/>
              <dgm:param type="lnSpAfChP" val="20"/>
            </dgm:alg>
            <dgm:shape xmlns:r="http://schemas.openxmlformats.org/officeDocument/2006/relationships" type="rect" r:blip="">
              <dgm:adjLst/>
            </dgm:shape>
            <dgm:presOf axis="des" ptType="node"/>
            <dgm:constrLst>
              <dgm:constr type="tMarg" refType="primFontSz" fact="0.1"/>
              <dgm:constr type="bMarg" refType="primFontSz" fact="0.1"/>
              <dgm:constr type="lMarg" refType="w" fact="0.09"/>
            </dgm:constrLst>
            <dgm:ruleLst>
              <dgm:rule type="h" val="INF" fact="NaN" max="NaN"/>
            </dgm:ruleLst>
          </dgm:layoutNode>
        </dgm:if>
        <dgm:else name="Name3">
          <dgm:choose name="Name4">
            <dgm:if name="Name5" axis="par ch" ptType="doc node" func="cnt" op="gte" val="2">
              <dgm:forEach name="Name6" axis="followSib" ptType="sibTrans" cnt="1">
                <dgm:layoutNode name="spacer">
                  <dgm:alg type="sp"/>
                  <dgm:shape xmlns:r="http://schemas.openxmlformats.org/officeDocument/2006/relationships" r:blip="">
                    <dgm:adjLst/>
                  </dgm:shape>
                  <dgm:presOf/>
                  <dgm:constrLst/>
                  <dgm:ruleLst/>
                </dgm:layoutNode>
              </dgm:forEach>
            </dgm:if>
            <dgm:else name="Name7"/>
          </dgm:choose>
        </dgm:else>
      </dgm:choose>
    </dgm:forEach>
  </dgm:layoutNode>
</dgm:layoutDef>
</file>

<file path=ppt/diagrams/layout5.xml><?xml version="1.0" encoding="utf-8"?>
<dgm:layoutDef xmlns:dgm="http://schemas.openxmlformats.org/drawingml/2006/diagram" xmlns:a="http://schemas.openxmlformats.org/drawingml/2006/main" uniqueId="urn:microsoft.com/office/officeart/2005/8/layout/cycle8">
  <dgm:title val=""/>
  <dgm:desc val=""/>
  <dgm:catLst>
    <dgm:cat type="cycle" pri="7000"/>
  </dgm:catLst>
  <dgm:sampData useDef="1">
    <dgm:dataModel>
      <dgm:ptLst/>
      <dgm:bg/>
      <dgm:whole/>
    </dgm:dataModel>
  </dgm:sampData>
  <dgm:styleData useDef="1">
    <dgm:dataModel>
      <dgm:ptLst/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  <dgm:pt modelId="5"/>
      </dgm:ptLst>
      <dgm:cxnLst>
        <dgm:cxn modelId="7" srcId="0" destId="1" srcOrd="0" destOrd="0"/>
        <dgm:cxn modelId="8" srcId="0" destId="2" srcOrd="1" destOrd="0"/>
        <dgm:cxn modelId="9" srcId="0" destId="3" srcOrd="2" destOrd="0"/>
        <dgm:cxn modelId="10" srcId="0" destId="4" srcOrd="3" destOrd="0"/>
        <dgm:cxn modelId="11" srcId="0" destId="5" srcOrd="4" destOrd="0"/>
      </dgm:cxnLst>
      <dgm:bg/>
      <dgm:whole/>
    </dgm:dataModel>
  </dgm:clrData>
  <dgm:layoutNode name="compositeShape">
    <dgm:varLst>
      <dgm:chMax val="7"/>
      <dgm:dir/>
      <dgm:resizeHandles val="exact"/>
    </dgm:varLst>
    <dgm:alg type="composite">
      <dgm:param type="horzAlign" val="ctr"/>
      <dgm:param type="vertAlign" val="mid"/>
      <dgm:param type="ar" val="1"/>
    </dgm:alg>
    <dgm:shape xmlns:r="http://schemas.openxmlformats.org/officeDocument/2006/relationships" r:blip="">
      <dgm:adjLst/>
    </dgm:shape>
    <dgm:presOf/>
    <dgm:choose name="Name0">
      <dgm:if name="Name1" axis="ch" ptType="node" func="cnt" op="equ" val="1">
        <dgm:constrLst>
          <dgm:constr type="l" for="ch" forName="wedge1" refType="w" fact="0.08"/>
          <dgm:constr type="t" for="ch" forName="wedge1" refType="w" fact="0.08"/>
          <dgm:constr type="w" for="ch" forName="wedge1" refType="w" fact="0.84"/>
          <dgm:constr type="h" for="ch" forName="wedge1" refType="h" fact="0.84"/>
          <dgm:constr type="l" for="ch" forName="dummy1a" refType="w" fact="0.5"/>
          <dgm:constr type="t" for="ch" forName="dummy1a" refType="h" fact="0.08"/>
          <dgm:constr type="l" for="ch" forName="dummy1b" refType="w" fact="0.5"/>
          <dgm:constr type="t" for="ch" forName="dummy1b" refType="h" fact="0.08"/>
          <dgm:constr type="l" for="ch" forName="wedge1Tx" refType="w" fact="0.22"/>
          <dgm:constr type="t" for="ch" forName="wedge1Tx" refType="h" fact="0.22"/>
          <dgm:constr type="w" for="ch" forName="wedge1Tx" refType="w" fact="0.56"/>
          <dgm:constr type="h" for="ch" forName="wedge1Tx" refType="h" fact="0.56"/>
          <dgm:constr type="h" for="ch" forName="arrowWedge1single" refType="w" fact="0.08"/>
          <dgm:constr type="diam" for="ch" forName="arrowWedge1single" refType="w" fact="0.84"/>
          <dgm:constr type="l" for="ch" forName="arrowWedge1single" refType="w" fact="0.5"/>
          <dgm:constr type="t" for="ch" forName="arrowWedge1single" refType="w" fact="0.5"/>
          <dgm:constr type="primFontSz" for="ch" ptType="node" op="equ"/>
        </dgm:constrLst>
      </dgm:if>
      <dgm:if name="Name2" axis="ch" ptType="node" func="cnt" op="equ" val="2">
        <dgm:constrLst>
          <dgm:constr type="l" for="ch" forName="wedge1" refType="w" fact="0.1"/>
          <dgm:constr type="t" for="ch" forName="wedge1" refType="w" fact="0.08"/>
          <dgm:constr type="w" for="ch" forName="wedge1" refType="w" fact="0.84"/>
          <dgm:constr type="h" for="ch" forName="wedge1" refType="h" fact="0.84"/>
          <dgm:constr type="l" for="ch" forName="dummy1a" refType="w" fact="0.52"/>
          <dgm:constr type="t" for="ch" forName="dummy1a" refType="h" fact="0.08"/>
          <dgm:constr type="l" for="ch" forName="dummy1b" refType="w" fact="0.52"/>
          <dgm:constr type="t" for="ch" forName="dummy1b" refType="h" fact="0.92"/>
          <dgm:constr type="l" for="ch" forName="wedge1Tx" refType="w" fact="0.559"/>
          <dgm:constr type="t" for="ch" forName="wedge1Tx" refType="h" fact="0.3"/>
          <dgm:constr type="w" for="ch" forName="wedge1Tx" refType="w" fact="0.3"/>
          <dgm:constr type="h" for="ch" forName="wedge1Tx" refType="h" fact="0.4"/>
          <dgm:constr type="l" for="ch" forName="wedge2" refType="w" fact="0.06"/>
          <dgm:constr type="t" for="ch" forName="wedge2" refType="w" fact="0.08"/>
          <dgm:constr type="w" for="ch" forName="wedge2" refType="w" fact="0.84"/>
          <dgm:constr type="h" for="ch" forName="wedge2" refType="h" fact="0.84"/>
          <dgm:constr type="l" for="ch" forName="dummy2a" refType="w" fact="0.48"/>
          <dgm:constr type="t" for="ch" forName="dummy2a" refType="h" fact="0.92"/>
          <dgm:constr type="l" for="ch" forName="dummy2b" refType="w" fact="0.48"/>
          <dgm:constr type="t" for="ch" forName="dummy2b" refType="h" fact="0.08"/>
          <dgm:constr type="r" for="ch" forName="wedge2Tx" refType="w" fact="0.441"/>
          <dgm:constr type="t" for="ch" forName="wedge2Tx" refType="h" fact="0.3"/>
          <dgm:constr type="w" for="ch" forName="wedge2Tx" refType="w" fact="0.3"/>
          <dgm:constr type="h" for="ch" forName="wedge2Tx" refType="h" fact="0.4"/>
          <dgm:constr type="h" for="ch" forName="arrowWedge1" refType="w" fact="0.08"/>
          <dgm:constr type="diam" for="ch" forName="arrowWedge1" refType="w" fact="0.84"/>
          <dgm:constr type="l" for="ch" forName="arrowWedge1" refType="w" fact="0.5"/>
          <dgm:constr type="t" for="ch" forName="arrowWedge1" refType="w" fact="0.5"/>
          <dgm:constr type="h" for="ch" forName="arrowWedge2" refType="w" fact="0.08"/>
          <dgm:constr type="diam" for="ch" forName="arrowWedge2" refType="w" fact="0.84"/>
          <dgm:constr type="l" for="ch" forName="arrowWedge2" refType="w" fact="0.5"/>
          <dgm:constr type="t" for="ch" forName="arrowWedge2" refType="w" fact="0.5"/>
          <dgm:constr type="primFontSz" for="ch" ptType="node" op="equ"/>
        </dgm:constrLst>
      </dgm:if>
      <dgm:if name="Name3" axis="ch" ptType="node" func="cnt" op="equ" val="3">
        <dgm:constrLst>
          <dgm:constr type="l" for="ch" forName="wedge1" refType="w" fact="0.0973"/>
          <dgm:constr type="t" for="ch" forName="wedge1" refType="w" fact="0.07"/>
          <dgm:constr type="w" for="ch" forName="wedge1" refType="w" fact="0.84"/>
          <dgm:constr type="h" for="ch" forName="wedge1" refType="h" fact="0.84"/>
          <dgm:constr type="l" for="ch" forName="dummy1a" refType="w" fact="0.5173"/>
          <dgm:constr type="t" for="ch" forName="dummy1a" refType="h" fact="0.07"/>
          <dgm:constr type="l" for="ch" forName="dummy1b" refType="w" fact="0.8811"/>
          <dgm:constr type="t" for="ch" forName="dummy1b" refType="h" fact="0.7"/>
          <dgm:constr type="l" for="ch" forName="wedge1Tx" refType="w" fact="0.54"/>
          <dgm:constr type="t" for="ch" forName="wedge1Tx" refType="h" fact="0.248"/>
          <dgm:constr type="w" for="ch" forName="wedge1Tx" refType="w" fact="0.3"/>
          <dgm:constr type="h" for="ch" forName="wedge1Tx" refType="h" fact="0.25"/>
          <dgm:constr type="l" for="ch" forName="wedge2" refType="w" fact="0.08"/>
          <dgm:constr type="t" for="ch" forName="wedge2" refType="w" fact="0.1"/>
          <dgm:constr type="w" for="ch" forName="wedge2" refType="w" fact="0.84"/>
          <dgm:constr type="h" for="ch" forName="wedge2" refType="h" fact="0.84"/>
          <dgm:constr type="l" for="ch" forName="dummy2a" refType="w" fact="0.8637"/>
          <dgm:constr type="t" for="ch" forName="dummy2a" refType="h" fact="0.73"/>
          <dgm:constr type="l" for="ch" forName="dummy2b" refType="w" fact="0.1363"/>
          <dgm:constr type="t" for="ch" forName="dummy2b" refType="h" fact="0.73"/>
          <dgm:constr type="l" for="ch" forName="wedge2Tx" refType="w" fact="0.28"/>
          <dgm:constr type="t" for="ch" forName="wedge2Tx" refType="h" fact="0.645"/>
          <dgm:constr type="w" for="ch" forName="wedge2Tx" refType="w" fact="0.45"/>
          <dgm:constr type="h" for="ch" forName="wedge2Tx" refType="h" fact="0.22"/>
          <dgm:constr type="l" for="ch" forName="wedge3" refType="w" fact="0.0627"/>
          <dgm:constr type="t" for="ch" forName="wedge3" refType="w" fact="0.07"/>
          <dgm:constr type="w" for="ch" forName="wedge3" refType="w" fact="0.84"/>
          <dgm:constr type="h" for="ch" forName="wedge3" refType="h" fact="0.84"/>
          <dgm:constr type="l" for="ch" forName="dummy3a" refType="w" fact="0.1189"/>
          <dgm:constr type="t" for="ch" forName="dummy3a" refType="h" fact="0.7"/>
          <dgm:constr type="l" for="ch" forName="dummy3b" refType="w" fact="0.4827"/>
          <dgm:constr type="t" for="ch" forName="dummy3b" refType="h" fact="0.07"/>
          <dgm:constr type="r" for="ch" forName="wedge3Tx" refType="w" fact="0.46"/>
          <dgm:constr type="t" for="ch" forName="wedge3Tx" refType="h" fact="0.248"/>
          <dgm:constr type="w" for="ch" forName="wedge3Tx" refType="w" fact="0.3"/>
          <dgm:constr type="h" for="ch" forName="wedge3Tx" refType="h" fact="0.25"/>
          <dgm:constr type="h" for="ch" forName="arrowWedge1" refType="w" fact="0.08"/>
          <dgm:constr type="diam" for="ch" forName="arrowWedge1" refType="w" fact="0.84"/>
          <dgm:constr type="l" for="ch" forName="arrowWedge1" refType="w" fact="0.5"/>
          <dgm:constr type="t" for="ch" forName="arrowWedge1" refType="w" fact="0.5"/>
          <dgm:constr type="h" for="ch" forName="arrowWedge2" refType="w" fact="0.08"/>
          <dgm:constr type="diam" for="ch" forName="arrowWedge2" refType="w" fact="0.84"/>
          <dgm:constr type="l" for="ch" forName="arrowWedge2" refType="w" fact="0.5"/>
          <dgm:constr type="t" for="ch" forName="arrowWedge2" refType="w" fact="0.5"/>
          <dgm:constr type="h" for="ch" forName="arrowWedge3" refType="w" fact="0.08"/>
          <dgm:constr type="diam" for="ch" forName="arrowWedge3" refType="w" fact="0.84"/>
          <dgm:constr type="l" for="ch" forName="arrowWedge3" refType="w" fact="0.5"/>
          <dgm:constr type="t" for="ch" forName="arrowWedge3" refType="w" fact="0.5"/>
          <dgm:constr type="primFontSz" for="ch" ptType="node" op="equ"/>
        </dgm:constrLst>
      </dgm:if>
      <dgm:if name="Name4" axis="ch" ptType="node" func="cnt" op="equ" val="4">
        <dgm:constrLst>
          <dgm:constr type="l" for="ch" forName="wedge1" refType="w" fact="0.0941"/>
          <dgm:constr type="t" for="ch" forName="wedge1" refType="w" fact="0.0659"/>
          <dgm:constr type="w" for="ch" forName="wedge1" refType="w" fact="0.84"/>
          <dgm:constr type="h" for="ch" forName="wedge1" refType="h" fact="0.84"/>
          <dgm:constr type="l" for="ch" forName="dummy1a" refType="w" fact="0.5141"/>
          <dgm:constr type="t" for="ch" forName="dummy1a" refType="h" fact="0.0659"/>
          <dgm:constr type="l" for="ch" forName="dummy1b" refType="w" fact="0.9341"/>
          <dgm:constr type="t" for="ch" forName="dummy1b" refType="h" fact="0.4859"/>
          <dgm:constr type="l" for="ch" forName="wedge1Tx" refType="w" fact="0.54"/>
          <dgm:constr type="t" for="ch" forName="wedge1Tx" refType="h" fact="0.24"/>
          <dgm:constr type="w" for="ch" forName="wedge1Tx" refType="w" fact="0.31"/>
          <dgm:constr type="h" for="ch" forName="wedge1Tx" refType="h" fact="0.23"/>
          <dgm:constr type="l" for="ch" forName="wedge2" refType="w" fact="0.0941"/>
          <dgm:constr type="t" for="ch" forName="wedge2" refType="w" fact="0.0941"/>
          <dgm:constr type="w" for="ch" forName="wedge2" refType="w" fact="0.84"/>
          <dgm:constr type="h" for="ch" forName="wedge2" refType="h" fact="0.84"/>
          <dgm:constr type="l" for="ch" forName="dummy2a" refType="w" fact="0.9341"/>
          <dgm:constr type="t" for="ch" forName="dummy2a" refType="h" fact="0.5141"/>
          <dgm:constr type="l" for="ch" forName="dummy2b" refType="w" fact="0.5141"/>
          <dgm:constr type="t" for="ch" forName="dummy2b" refType="h" fact="0.9341"/>
          <dgm:constr type="l" for="ch" forName="wedge2Tx" refType="w" fact="0.54"/>
          <dgm:constr type="t" for="ch" forName="wedge2Tx" refType="h" fact="0.53"/>
          <dgm:constr type="w" for="ch" forName="wedge2Tx" refType="w" fact="0.31"/>
          <dgm:constr type="h" for="ch" forName="wedge2Tx" refType="h" fact="0.23"/>
          <dgm:constr type="l" for="ch" forName="wedge3" refType="w" fact="0.0659"/>
          <dgm:constr type="t" for="ch" forName="wedge3" refType="w" fact="0.0941"/>
          <dgm:constr type="w" for="ch" forName="wedge3" refType="w" fact="0.84"/>
          <dgm:constr type="h" for="ch" forName="wedge3" refType="h" fact="0.84"/>
          <dgm:constr type="l" for="ch" forName="dummy3a" refType="w" fact="0.4859"/>
          <dgm:constr type="t" for="ch" forName="dummy3a" refType="h" fact="0.9341"/>
          <dgm:constr type="l" for="ch" forName="dummy3b" refType="w" fact="0.0659"/>
          <dgm:constr type="t" for="ch" forName="dummy3b" refType="h" fact="0.5141"/>
          <dgm:constr type="r" for="ch" forName="wedge3Tx" refType="w" fact="0.46"/>
          <dgm:constr type="t" for="ch" forName="wedge3Tx" refType="h" fact="0.53"/>
          <dgm:constr type="w" for="ch" forName="wedge3Tx" refType="w" fact="0.31"/>
          <dgm:constr type="h" for="ch" forName="wedge3Tx" refType="h" fact="0.23"/>
          <dgm:constr type="l" for="ch" forName="wedge4" refType="w" fact="0.0659"/>
          <dgm:constr type="t" for="ch" forName="wedge4" refType="h" fact="0.0659"/>
          <dgm:constr type="w" for="ch" forName="wedge4" refType="w" fact="0.84"/>
          <dgm:constr type="h" for="ch" forName="wedge4" refType="h" fact="0.84"/>
          <dgm:constr type="l" for="ch" forName="dummy4a" refType="w" fact="0.0659"/>
          <dgm:constr type="t" for="ch" forName="dummy4a" refType="h" fact="0.4859"/>
          <dgm:constr type="l" for="ch" forName="dummy4b" refType="w" fact="0.4859"/>
          <dgm:constr type="t" for="ch" forName="dummy4b" refType="h" fact="0.0659"/>
          <dgm:constr type="r" for="ch" forName="wedge4Tx" refType="w" fact="0.46"/>
          <dgm:constr type="t" for="ch" forName="wedge4Tx" refType="h" fact="0.24"/>
          <dgm:constr type="w" for="ch" forName="wedge4Tx" refType="w" fact="0.31"/>
          <dgm:constr type="h" for="ch" forName="wedge4Tx" refType="h" fact="0.23"/>
          <dgm:constr type="h" for="ch" forName="arrowWedge1" refType="w" fact="0.08"/>
          <dgm:constr type="diam" for="ch" forName="arrowWedge1" refType="w" fact="0.84"/>
          <dgm:constr type="l" for="ch" forName="arrowWedge1" refType="w" fact="0.5"/>
          <dgm:constr type="t" for="ch" forName="arrowWedge1" refType="w" fact="0.5"/>
          <dgm:constr type="h" for="ch" forName="arrowWedge2" refType="w" fact="0.08"/>
          <dgm:constr type="diam" for="ch" forName="arrowWedge2" refType="w" fact="0.84"/>
          <dgm:constr type="l" for="ch" forName="arrowWedge2" refType="w" fact="0.5"/>
          <dgm:constr type="t" for="ch" forName="arrowWedge2" refType="w" fact="0.5"/>
          <dgm:constr type="h" for="ch" forName="arrowWedge3" refType="w" fact="0.08"/>
          <dgm:constr type="diam" for="ch" forName="arrowWedge3" refType="w" fact="0.84"/>
          <dgm:constr type="l" for="ch" forName="arrowWedge3" refType="w" fact="0.5"/>
          <dgm:constr type="t" for="ch" forName="arrowWedge3" refType="w" fact="0.5"/>
          <dgm:constr type="h" for="ch" forName="arrowWedge4" refType="w" fact="0.08"/>
          <dgm:constr type="diam" for="ch" forName="arrowWedge4" refType="w" fact="0.84"/>
          <dgm:constr type="l" for="ch" forName="arrowWedge4" refType="w" fact="0.5"/>
          <dgm:constr type="t" for="ch" forName="arrowWedge4" refType="w" fact="0.5"/>
          <dgm:constr type="primFontSz" for="ch" ptType="node" op="equ"/>
        </dgm:constrLst>
      </dgm:if>
      <dgm:if name="Name5" axis="ch" ptType="node" func="cnt" op="equ" val="5">
        <dgm:constrLst>
          <dgm:constr type="l" for="ch" forName="wedge1" refType="w" fact="0.0918"/>
          <dgm:constr type="t" for="ch" forName="wedge1" refType="w" fact="0.0638"/>
          <dgm:constr type="w" for="ch" forName="wedge1" refType="w" fact="0.84"/>
          <dgm:constr type="h" for="ch" forName="wedge1" refType="h" fact="0.84"/>
          <dgm:constr type="l" for="ch" forName="dummy1a" refType="w" fact="0.5118"/>
          <dgm:constr type="t" for="ch" forName="dummy1a" refType="h" fact="0.0638"/>
          <dgm:constr type="l" for="ch" forName="dummy1b" refType="w" fact="0.9112"/>
          <dgm:constr type="t" for="ch" forName="dummy1b" refType="h" fact="0.354"/>
          <dgm:constr type="l" for="ch" forName="wedge1Tx" refType="w" fact="0.53"/>
          <dgm:constr type="t" for="ch" forName="wedge1Tx" refType="h" fact="0.205"/>
          <dgm:constr type="w" for="ch" forName="wedge1Tx" refType="w" fact="0.27"/>
          <dgm:constr type="h" for="ch" forName="wedge1Tx" refType="h" fact="0.18"/>
          <dgm:constr type="l" for="ch" forName="wedge2" refType="w" fact="0.099"/>
          <dgm:constr type="t" for="ch" forName="wedge2" refType="w" fact="0.0862"/>
          <dgm:constr type="w" for="ch" forName="wedge2" refType="w" fact="0.84"/>
          <dgm:constr type="h" for="ch" forName="wedge2" refType="h" fact="0.84"/>
          <dgm:constr type="l" for="ch" forName="dummy2a" refType="w" fact="0.9185"/>
          <dgm:constr type="t" for="ch" forName="dummy2a" refType="h" fact="0.3764"/>
          <dgm:constr type="l" for="ch" forName="dummy2b" refType="w" fact="0.7659"/>
          <dgm:constr type="t" for="ch" forName="dummy2b" refType="h" fact="0.846"/>
          <dgm:constr type="l" for="ch" forName="wedge2Tx" refType="w" fact="0.64"/>
          <dgm:constr type="t" for="ch" forName="wedge2Tx" refType="h" fact="0.47"/>
          <dgm:constr type="w" for="ch" forName="wedge2Tx" refType="w" fact="0.25"/>
          <dgm:constr type="h" for="ch" forName="wedge2Tx" refType="h" fact="0.2"/>
          <dgm:constr type="l" for="ch" forName="wedge3" refType="w" fact="0.08"/>
          <dgm:constr type="t" for="ch" forName="wedge3" refType="w" fact="0.1"/>
          <dgm:constr type="w" for="ch" forName="wedge3" refType="w" fact="0.84"/>
          <dgm:constr type="h" for="ch" forName="wedge3" refType="h" fact="0.84"/>
          <dgm:constr type="l" for="ch" forName="dummy3a" refType="w" fact="0.7469"/>
          <dgm:constr type="t" for="ch" forName="dummy3a" refType="h" fact="0.8598"/>
          <dgm:constr type="l" for="ch" forName="dummy3b" refType="w" fact="0.2531"/>
          <dgm:constr type="t" for="ch" forName="dummy3b" refType="h" fact="0.8598"/>
          <dgm:constr type="l" for="ch" forName="wedge3Tx" refType="w" fact="0.38"/>
          <dgm:constr type="t" for="ch" forName="wedge3Tx" refType="h" fact="0.69"/>
          <dgm:constr type="w" for="ch" forName="wedge3Tx" refType="w" fact="0.24"/>
          <dgm:constr type="h" for="ch" forName="wedge3Tx" refType="h" fact="0.22"/>
          <dgm:constr type="l" for="ch" forName="wedge4" refType="w" fact="0.061"/>
          <dgm:constr type="t" for="ch" forName="wedge4" refType="h" fact="0.0862"/>
          <dgm:constr type="w" for="ch" forName="wedge4" refType="w" fact="0.84"/>
          <dgm:constr type="h" for="ch" forName="wedge4" refType="h" fact="0.84"/>
          <dgm:constr type="l" for="ch" forName="dummy4a" refType="w" fact="0.2341"/>
          <dgm:constr type="t" for="ch" forName="dummy4a" refType="h" fact="0.846"/>
          <dgm:constr type="l" for="ch" forName="dummy4b" refType="w" fact="0.0815"/>
          <dgm:constr type="t" for="ch" forName="dummy4b" refType="h" fact="0.3764"/>
          <dgm:constr type="r" for="ch" forName="wedge4Tx" refType="w" fact="0.36"/>
          <dgm:constr type="t" for="ch" forName="wedge4Tx" refType="h" fact="0.47"/>
          <dgm:constr type="w" for="ch" forName="wedge4Tx" refType="w" fact="0.25"/>
          <dgm:constr type="h" for="ch" forName="wedge4Tx" refType="h" fact="0.2"/>
          <dgm:constr type="l" for="ch" forName="wedge5" refType="w" fact="0.0682"/>
          <dgm:constr type="t" for="ch" forName="wedge5" refType="h" fact="0.0638"/>
          <dgm:constr type="w" for="ch" forName="wedge5" refType="w" fact="0.84"/>
          <dgm:constr type="h" for="ch" forName="wedge5" refType="h" fact="0.84"/>
          <dgm:constr type="l" for="ch" forName="dummy5a" refType="w" fact="0.0888"/>
          <dgm:constr type="t" for="ch" forName="dummy5a" refType="h" fact="0.354"/>
          <dgm:constr type="l" for="ch" forName="dummy5b" refType="w" fact="0.4882"/>
          <dgm:constr type="t" for="ch" forName="dummy5b" refType="h" fact="0.0638"/>
          <dgm:constr type="r" for="ch" forName="wedge5Tx" refType="w" fact="0.47"/>
          <dgm:constr type="t" for="ch" forName="wedge5Tx" refType="h" fact="0.205"/>
          <dgm:constr type="w" for="ch" forName="wedge5Tx" refType="w" fact="0.27"/>
          <dgm:constr type="h" for="ch" forName="wedge5Tx" refType="h" fact="0.18"/>
          <dgm:constr type="h" for="ch" forName="arrowWedge1" refType="w" fact="0.08"/>
          <dgm:constr type="diam" for="ch" forName="arrowWedge1" refType="w" fact="0.84"/>
          <dgm:constr type="l" for="ch" forName="arrowWedge1" refType="w" fact="0.5"/>
          <dgm:constr type="t" for="ch" forName="arrowWedge1" refType="w" fact="0.5"/>
          <dgm:constr type="h" for="ch" forName="arrowWedge2" refType="w" fact="0.08"/>
          <dgm:constr type="diam" for="ch" forName="arrowWedge2" refType="w" fact="0.84"/>
          <dgm:constr type="l" for="ch" forName="arrowWedge2" refType="w" fact="0.5"/>
          <dgm:constr type="t" for="ch" forName="arrowWedge2" refType="w" fact="0.5"/>
          <dgm:constr type="h" for="ch" forName="arrowWedge3" refType="w" fact="0.08"/>
          <dgm:constr type="diam" for="ch" forName="arrowWedge3" refType="w" fact="0.84"/>
          <dgm:constr type="l" for="ch" forName="arrowWedge3" refType="w" fact="0.5"/>
          <dgm:constr type="t" for="ch" forName="arrowWedge3" refType="w" fact="0.5"/>
          <dgm:constr type="h" for="ch" forName="arrowWedge4" refType="w" fact="0.08"/>
          <dgm:constr type="diam" for="ch" forName="arrowWedge4" refType="w" fact="0.84"/>
          <dgm:constr type="l" for="ch" forName="arrowWedge4" refType="w" fact="0.5"/>
          <dgm:constr type="t" for="ch" forName="arrowWedge4" refType="w" fact="0.5"/>
          <dgm:constr type="h" for="ch" forName="arrowWedge5" refType="w" fact="0.08"/>
          <dgm:constr type="diam" for="ch" forName="arrowWedge5" refType="w" fact="0.84"/>
          <dgm:constr type="l" for="ch" forName="arrowWedge5" refType="w" fact="0.5"/>
          <dgm:constr type="t" for="ch" forName="arrowWedge5" refType="w" fact="0.5"/>
          <dgm:constr type="primFontSz" for="ch" ptType="node" op="equ"/>
        </dgm:constrLst>
      </dgm:if>
      <dgm:if name="Name6" axis="ch" ptType="node" func="cnt" op="equ" val="6">
        <dgm:constrLst>
          <dgm:constr type="l" for="ch" forName="wedge1" refType="w" fact="0.09"/>
          <dgm:constr type="t" for="ch" forName="wedge1" refType="w" fact="0.0627"/>
          <dgm:constr type="w" for="ch" forName="wedge1" refType="w" fact="0.84"/>
          <dgm:constr type="h" for="ch" forName="wedge1" refType="h" fact="0.84"/>
          <dgm:constr type="l" for="ch" forName="dummy1a" refType="w" fact="0.51"/>
          <dgm:constr type="t" for="ch" forName="dummy1a" refType="h" fact="0.0627"/>
          <dgm:constr type="l" for="ch" forName="dummy1b" refType="w" fact="0.8737"/>
          <dgm:constr type="t" for="ch" forName="dummy1b" refType="h" fact="0.2727"/>
          <dgm:constr type="l" for="ch" forName="wedge1Tx" refType="w" fact="0.53"/>
          <dgm:constr type="t" for="ch" forName="wedge1Tx" refType="h" fact="0.17"/>
          <dgm:constr type="w" for="ch" forName="wedge1Tx" refType="w" fact="0.22"/>
          <dgm:constr type="h" for="ch" forName="wedge1Tx" refType="h" fact="0.17"/>
          <dgm:constr type="l" for="ch" forName="wedge2" refType="w" fact="0.1"/>
          <dgm:constr type="t" for="ch" forName="wedge2" refType="w" fact="0.08"/>
          <dgm:constr type="w" for="ch" forName="wedge2" refType="w" fact="0.84"/>
          <dgm:constr type="h" for="ch" forName="wedge2" refType="h" fact="0.84"/>
          <dgm:constr type="l" for="ch" forName="dummy2a" refType="w" fact="0.8837"/>
          <dgm:constr type="t" for="ch" forName="dummy2a" refType="h" fact="0.29"/>
          <dgm:constr type="l" for="ch" forName="dummy2b" refType="w" fact="0.8837"/>
          <dgm:constr type="t" for="ch" forName="dummy2b" refType="h" fact="0.71"/>
          <dgm:constr type="l" for="ch" forName="wedge2Tx" refType="w" fact="0.67"/>
          <dgm:constr type="t" for="ch" forName="wedge2Tx" refType="h" fact="0.42"/>
          <dgm:constr type="w" for="ch" forName="wedge2Tx" refType="w" fact="0.23"/>
          <dgm:constr type="h" for="ch" forName="wedge2Tx" refType="h" fact="0.165"/>
          <dgm:constr type="l" for="ch" forName="wedge3" refType="w" fact="0.09"/>
          <dgm:constr type="t" for="ch" forName="wedge3" refType="w" fact="0.0973"/>
          <dgm:constr type="w" for="ch" forName="wedge3" refType="w" fact="0.84"/>
          <dgm:constr type="h" for="ch" forName="wedge3" refType="h" fact="0.84"/>
          <dgm:constr type="l" for="ch" forName="dummy3a" refType="w" fact="0.8737"/>
          <dgm:constr type="t" for="ch" forName="dummy3a" refType="h" fact="0.7273"/>
          <dgm:constr type="l" for="ch" forName="dummy3b" refType="w" fact="0.51"/>
          <dgm:constr type="t" for="ch" forName="dummy3b" refType="h" fact="0.9373"/>
          <dgm:constr type="l" for="ch" forName="wedge3Tx" refType="w" fact="0.53"/>
          <dgm:constr type="t" for="ch" forName="wedge3Tx" refType="h" fact="0.665"/>
          <dgm:constr type="w" for="ch" forName="wedge3Tx" refType="w" fact="0.22"/>
          <dgm:constr type="h" for="ch" forName="wedge3Tx" refType="h" fact="0.17"/>
          <dgm:constr type="l" for="ch" forName="wedge4" refType="w" fact="0.07"/>
          <dgm:constr type="t" for="ch" forName="wedge4" refType="h" fact="0.0973"/>
          <dgm:constr type="w" for="ch" forName="wedge4" refType="w" fact="0.84"/>
          <dgm:constr type="h" for="ch" forName="wedge4" refType="h" fact="0.84"/>
          <dgm:constr type="l" for="ch" forName="dummy4a" refType="w" fact="0.49"/>
          <dgm:constr type="t" for="ch" forName="dummy4a" refType="h" fact="0.9373"/>
          <dgm:constr type="l" for="ch" forName="dummy4b" refType="w" fact="0.1263"/>
          <dgm:constr type="t" for="ch" forName="dummy4b" refType="h" fact="0.7273"/>
          <dgm:constr type="r" for="ch" forName="wedge4Tx" refType="w" fact="0.47"/>
          <dgm:constr type="t" for="ch" forName="wedge4Tx" refType="h" fact="0.665"/>
          <dgm:constr type="w" for="ch" forName="wedge4Tx" refType="w" fact="0.22"/>
          <dgm:constr type="h" for="ch" forName="wedge4Tx" refType="h" fact="0.17"/>
          <dgm:constr type="l" for="ch" forName="wedge5" refType="w" fact="0.06"/>
          <dgm:constr type="t" for="ch" forName="wedge5" refType="h" fact="0.08"/>
          <dgm:constr type="w" for="ch" forName="wedge5" refType="w" fact="0.84"/>
          <dgm:constr type="h" for="ch" forName="wedge5" refType="h" fact="0.84"/>
          <dgm:constr type="l" for="ch" forName="dummy5a" refType="w" fact="0.1163"/>
          <dgm:constr type="t" for="ch" forName="dummy5a" refType="h" fact="0.71"/>
          <dgm:constr type="l" for="ch" forName="dummy5b" refType="w" fact="0.1163"/>
          <dgm:constr type="t" for="ch" forName="dummy5b" refType="h" fact="0.29"/>
          <dgm:constr type="r" for="ch" forName="wedge5Tx" refType="w" fact="0.33"/>
          <dgm:constr type="t" for="ch" forName="wedge5Tx" refType="h" fact="0.42"/>
          <dgm:constr type="w" for="ch" forName="wedge5Tx" refType="w" fact="0.23"/>
          <dgm:constr type="h" for="ch" forName="wedge5Tx" refType="h" fact="0.165"/>
          <dgm:constr type="l" for="ch" forName="wedge6" refType="w" fact="0.07"/>
          <dgm:constr type="t" for="ch" forName="wedge6" refType="h" fact="0.0627"/>
          <dgm:constr type="w" for="ch" forName="wedge6" refType="w" fact="0.84"/>
          <dgm:constr type="h" for="ch" forName="wedge6" refType="h" fact="0.84"/>
          <dgm:constr type="l" for="ch" forName="dummy6a" refType="w" fact="0.1263"/>
          <dgm:constr type="t" for="ch" forName="dummy6a" refType="h" fact="0.2727"/>
          <dgm:constr type="l" for="ch" forName="dummy6b" refType="w" fact="0.49"/>
          <dgm:constr type="t" for="ch" forName="dummy6b" refType="h" fact="0.0627"/>
          <dgm:constr type="r" for="ch" forName="wedge6Tx" refType="w" fact="0.47"/>
          <dgm:constr type="t" for="ch" forName="wedge6Tx" refType="h" fact="0.17"/>
          <dgm:constr type="w" for="ch" forName="wedge6Tx" refType="w" fact="0.22"/>
          <dgm:constr type="h" for="ch" forName="wedge6Tx" refType="h" fact="0.17"/>
          <dgm:constr type="h" for="ch" forName="arrowWedge1" refType="w" fact="0.08"/>
          <dgm:constr type="diam" for="ch" forName="arrowWedge1" refType="w" fact="0.84"/>
          <dgm:constr type="l" for="ch" forName="arrowWedge1" refType="w" fact="0.5"/>
          <dgm:constr type="t" for="ch" forName="arrowWedge1" refType="w" fact="0.5"/>
          <dgm:constr type="h" for="ch" forName="arrowWedge2" refType="w" fact="0.08"/>
          <dgm:constr type="diam" for="ch" forName="arrowWedge2" refType="w" fact="0.84"/>
          <dgm:constr type="l" for="ch" forName="arrowWedge2" refType="w" fact="0.5"/>
          <dgm:constr type="t" for="ch" forName="arrowWedge2" refType="w" fact="0.5"/>
          <dgm:constr type="h" for="ch" forName="arrowWedge3" refType="w" fact="0.08"/>
          <dgm:constr type="diam" for="ch" forName="arrowWedge3" refType="w" fact="0.84"/>
          <dgm:constr type="l" for="ch" forName="arrowWedge3" refType="w" fact="0.5"/>
          <dgm:constr type="t" for="ch" forName="arrowWedge3" refType="w" fact="0.5"/>
          <dgm:constr type="h" for="ch" forName="arrowWedge4" refType="w" fact="0.08"/>
          <dgm:constr type="diam" for="ch" forName="arrowWedge4" refType="w" fact="0.84"/>
          <dgm:constr type="l" for="ch" forName="arrowWedge4" refType="w" fact="0.5"/>
          <dgm:constr type="t" for="ch" forName="arrowWedge4" refType="w" fact="0.5"/>
          <dgm:constr type="h" for="ch" forName="arrowWedge5" refType="w" fact="0.08"/>
          <dgm:constr type="diam" for="ch" forName="arrowWedge5" refType="w" fact="0.84"/>
          <dgm:constr type="l" for="ch" forName="arrowWedge5" refType="w" fact="0.5"/>
          <dgm:constr type="t" for="ch" forName="arrowWedge5" refType="w" fact="0.5"/>
          <dgm:constr type="h" for="ch" forName="arrowWedge6" refType="w" fact="0.08"/>
          <dgm:constr type="diam" for="ch" forName="arrowWedge6" refType="w" fact="0.84"/>
          <dgm:constr type="l" for="ch" forName="arrowWedge6" refType="w" fact="0.5"/>
          <dgm:constr type="t" for="ch" forName="arrowWedge6" refType="w" fact="0.5"/>
          <dgm:constr type="primFontSz" for="ch" ptType="node" op="equ"/>
        </dgm:constrLst>
      </dgm:if>
      <dgm:else name="Name7">
        <dgm:constrLst>
          <dgm:constr type="l" for="ch" forName="wedge1" refType="w" fact="0.0887"/>
          <dgm:constr type="t" for="ch" forName="wedge1" refType="w" fact="0.062"/>
          <dgm:constr type="w" for="ch" forName="wedge1" refType="w" fact="0.84"/>
          <dgm:constr type="h" for="ch" forName="wedge1" refType="h" fact="0.84"/>
          <dgm:constr type="l" for="ch" forName="dummy1a" refType="w" fact="0.5087"/>
          <dgm:constr type="t" for="ch" forName="dummy1a" refType="h" fact="0.062"/>
          <dgm:constr type="l" for="ch" forName="dummy1b" refType="w" fact="0.837"/>
          <dgm:constr type="t" for="ch" forName="dummy1b" refType="h" fact="0.2201"/>
          <dgm:constr type="l" for="ch" forName="wedge1Tx" refType="w" fact="0.53"/>
          <dgm:constr type="t" for="ch" forName="wedge1Tx" refType="h" fact="0.14"/>
          <dgm:constr type="w" for="ch" forName="wedge1Tx" refType="w" fact="0.2"/>
          <dgm:constr type="h" for="ch" forName="wedge1Tx" refType="h" fact="0.16"/>
          <dgm:constr type="l" for="ch" forName="wedge2" refType="w" fact="0.0995"/>
          <dgm:constr type="t" for="ch" forName="wedge2" refType="w" fact="0.0755"/>
          <dgm:constr type="w" for="ch" forName="wedge2" refType="w" fact="0.84"/>
          <dgm:constr type="h" for="ch" forName="wedge2" refType="h" fact="0.84"/>
          <dgm:constr type="l" for="ch" forName="dummy2a" refType="w" fact="0.8479"/>
          <dgm:constr type="t" for="ch" forName="dummy2a" refType="h" fact="0.2337"/>
          <dgm:constr type="l" for="ch" forName="dummy2b" refType="w" fact="0.929"/>
          <dgm:constr type="t" for="ch" forName="dummy2b" refType="h" fact="0.589"/>
          <dgm:constr type="l" for="ch" forName="wedge2Tx" refType="w" fact="0.67"/>
          <dgm:constr type="t" for="ch" forName="wedge2Tx" refType="h" fact="0.38"/>
          <dgm:constr type="w" for="ch" forName="wedge2Tx" refType="w" fact="0.23"/>
          <dgm:constr type="h" for="ch" forName="wedge2Tx" refType="h" fact="0.14"/>
          <dgm:constr type="l" for="ch" forName="wedge3" refType="w" fact="0.0956"/>
          <dgm:constr type="t" for="ch" forName="wedge3" refType="w" fact="0.0925"/>
          <dgm:constr type="w" for="ch" forName="wedge3" refType="w" fact="0.84"/>
          <dgm:constr type="h" for="ch" forName="wedge3" refType="h" fact="0.84"/>
          <dgm:constr type="l" for="ch" forName="dummy3a" refType="w" fact="0.9251"/>
          <dgm:constr type="t" for="ch" forName="dummy3a" refType="h" fact="0.6059"/>
          <dgm:constr type="l" for="ch" forName="dummy3b" refType="w" fact="0.6979"/>
          <dgm:constr type="t" for="ch" forName="dummy3b" refType="h" fact="0.8909"/>
          <dgm:constr type="l" for="ch" forName="wedge3Tx" refType="w" fact="0.635"/>
          <dgm:constr type="t" for="ch" forName="wedge3Tx" refType="h" fact="0.59"/>
          <dgm:constr type="w" for="ch" forName="wedge3Tx" refType="w" fact="0.2"/>
          <dgm:constr type="h" for="ch" forName="wedge3Tx" refType="h" fact="0.155"/>
          <dgm:constr type="l" for="ch" forName="wedge4" refType="w" fact="0.08"/>
          <dgm:constr type="t" for="ch" forName="wedge4" refType="h" fact="0.1"/>
          <dgm:constr type="w" for="ch" forName="wedge4" refType="w" fact="0.84"/>
          <dgm:constr type="h" for="ch" forName="wedge4" refType="h" fact="0.84"/>
          <dgm:constr type="l" for="ch" forName="dummy4a" refType="w" fact="0.6822"/>
          <dgm:constr type="t" for="ch" forName="dummy4a" refType="h" fact="0.8984"/>
          <dgm:constr type="l" for="ch" forName="dummy4b" refType="w" fact="0.3178"/>
          <dgm:constr type="t" for="ch" forName="dummy4b" refType="h" fact="0.8984"/>
          <dgm:constr type="l" for="ch" forName="wedge4Tx" refType="w" fact="0.4025"/>
          <dgm:constr type="t" for="ch" forName="wedge4Tx" refType="h" fact="0.76"/>
          <dgm:constr type="w" for="ch" forName="wedge4Tx" refType="w" fact="0.195"/>
          <dgm:constr type="h" for="ch" forName="wedge4Tx" refType="h" fact="0.14"/>
          <dgm:constr type="l" for="ch" forName="wedge5" refType="w" fact="0.0644"/>
          <dgm:constr type="t" for="ch" forName="wedge5" refType="h" fact="0.0925"/>
          <dgm:constr type="w" for="ch" forName="wedge5" refType="w" fact="0.84"/>
          <dgm:constr type="h" for="ch" forName="wedge5" refType="h" fact="0.84"/>
          <dgm:constr type="l" for="ch" forName="dummy5a" refType="w" fact="0.3021"/>
          <dgm:constr type="t" for="ch" forName="dummy5a" refType="h" fact="0.8909"/>
          <dgm:constr type="l" for="ch" forName="dummy5b" refType="w" fact="0.0749"/>
          <dgm:constr type="t" for="ch" forName="dummy5b" refType="h" fact="0.6059"/>
          <dgm:constr type="r" for="ch" forName="wedge5Tx" refType="w" fact="0.365"/>
          <dgm:constr type="t" for="ch" forName="wedge5Tx" refType="h" fact="0.59"/>
          <dgm:constr type="w" for="ch" forName="wedge5Tx" refType="w" fact="0.2"/>
          <dgm:constr type="h" for="ch" forName="wedge5Tx" refType="h" fact="0.155"/>
          <dgm:constr type="l" for="ch" forName="wedge6" refType="w" fact="0.0605"/>
          <dgm:constr type="t" for="ch" forName="wedge6" refType="h" fact="0.0755"/>
          <dgm:constr type="w" for="ch" forName="wedge6" refType="w" fact="0.84"/>
          <dgm:constr type="h" for="ch" forName="wedge6" refType="h" fact="0.84"/>
          <dgm:constr type="l" for="ch" forName="dummy6a" refType="w" fact="0.071"/>
          <dgm:constr type="t" for="ch" forName="dummy6a" refType="h" fact="0.589"/>
          <dgm:constr type="l" for="ch" forName="dummy6b" refType="w" fact="0.1521"/>
          <dgm:constr type="t" for="ch" forName="dummy6b" refType="h" fact="0.2337"/>
          <dgm:constr type="r" for="ch" forName="wedge6Tx" refType="w" fact="0.33"/>
          <dgm:constr type="t" for="ch" forName="wedge6Tx" refType="h" fact="0.38"/>
          <dgm:constr type="w" for="ch" forName="wedge6Tx" refType="w" fact="0.23"/>
          <dgm:constr type="h" for="ch" forName="wedge6Tx" refType="h" fact="0.14"/>
          <dgm:constr type="l" for="ch" forName="wedge7" refType="w" fact="0.0713"/>
          <dgm:constr type="t" for="ch" forName="wedge7" refType="h" fact="0.062"/>
          <dgm:constr type="w" for="ch" forName="wedge7" refType="w" fact="0.84"/>
          <dgm:constr type="h" for="ch" forName="wedge7" refType="h" fact="0.84"/>
          <dgm:constr type="l" for="ch" forName="dummy7a" refType="w" fact="0.163"/>
          <dgm:constr type="t" for="ch" forName="dummy7a" refType="h" fact="0.2201"/>
          <dgm:constr type="l" for="ch" forName="dummy7b" refType="w" fact="0.4913"/>
          <dgm:constr type="t" for="ch" forName="dummy7b" refType="h" fact="0.062"/>
          <dgm:constr type="r" for="ch" forName="wedge7Tx" refType="w" fact="0.47"/>
          <dgm:constr type="t" for="ch" forName="wedge7Tx" refType="h" fact="0.14"/>
          <dgm:constr type="w" for="ch" forName="wedge7Tx" refType="w" fact="0.2"/>
          <dgm:constr type="h" for="ch" forName="wedge7Tx" refType="h" fact="0.16"/>
          <dgm:constr type="h" for="ch" forName="arrowWedge1" refType="w" fact="0.08"/>
          <dgm:constr type="diam" for="ch" forName="arrowWedge1" refType="w" fact="0.84"/>
          <dgm:constr type="l" for="ch" forName="arrowWedge1" refType="w" fact="0.5"/>
          <dgm:constr type="t" for="ch" forName="arrowWedge1" refType="w" fact="0.5"/>
          <dgm:constr type="h" for="ch" forName="arrowWedge2" refType="w" fact="0.08"/>
          <dgm:constr type="diam" for="ch" forName="arrowWedge2" refType="w" fact="0.84"/>
          <dgm:constr type="l" for="ch" forName="arrowWedge2" refType="w" fact="0.5"/>
          <dgm:constr type="t" for="ch" forName="arrowWedge2" refType="w" fact="0.5"/>
          <dgm:constr type="h" for="ch" forName="arrowWedge3" refType="w" fact="0.08"/>
          <dgm:constr type="diam" for="ch" forName="arrowWedge3" refType="w" fact="0.84"/>
          <dgm:constr type="l" for="ch" forName="arrowWedge3" refType="w" fact="0.5"/>
          <dgm:constr type="t" for="ch" forName="arrowWedge3" refType="w" fact="0.5"/>
          <dgm:constr type="h" for="ch" forName="arrowWedge4" refType="w" fact="0.08"/>
          <dgm:constr type="diam" for="ch" forName="arrowWedge4" refType="w" fact="0.84"/>
          <dgm:constr type="l" for="ch" forName="arrowWedge4" refType="w" fact="0.5"/>
          <dgm:constr type="t" for="ch" forName="arrowWedge4" refType="w" fact="0.5"/>
          <dgm:constr type="h" for="ch" forName="arrowWedge5" refType="w" fact="0.08"/>
          <dgm:constr type="diam" for="ch" forName="arrowWedge5" refType="w" fact="0.84"/>
          <dgm:constr type="l" for="ch" forName="arrowWedge5" refType="w" fact="0.5"/>
          <dgm:constr type="t" for="ch" forName="arrowWedge5" refType="w" fact="0.5"/>
          <dgm:constr type="h" for="ch" forName="arrowWedge6" refType="w" fact="0.08"/>
          <dgm:constr type="diam" for="ch" forName="arrowWedge6" refType="w" fact="0.84"/>
          <dgm:constr type="l" for="ch" forName="arrowWedge6" refType="w" fact="0.5"/>
          <dgm:constr type="t" for="ch" forName="arrowWedge6" refType="w" fact="0.5"/>
          <dgm:constr type="h" for="ch" forName="arrowWedge7" refType="w" fact="0.08"/>
          <dgm:constr type="diam" for="ch" forName="arrowWedge7" refType="w" fact="0.84"/>
          <dgm:constr type="l" for="ch" forName="arrowWedge7" refType="w" fact="0.5"/>
          <dgm:constr type="t" for="ch" forName="arrowWedge7" refType="w" fact="0.5"/>
          <dgm:constr type="primFontSz" for="ch" ptType="node" op="equ"/>
        </dgm:constrLst>
      </dgm:else>
    </dgm:choose>
    <dgm:ruleLst/>
    <dgm:choose name="Name8">
      <dgm:if name="Name9" axis="ch" ptType="node" func="cnt" op="gte" val="1">
        <dgm:layoutNode name="wedge1">
          <dgm:alg type="sp"/>
          <dgm:choose name="Name10">
            <dgm:if name="Name11" axis="ch" ptType="node" func="cnt" op="equ" val="1">
              <dgm:shape xmlns:r="http://schemas.openxmlformats.org/officeDocument/2006/relationships" type="ellipse" r:blip="">
                <dgm:adjLst/>
              </dgm:shape>
            </dgm:if>
            <dgm:if name="Name12" axis="ch" ptType="node" func="cnt" op="equ" val="2">
              <dgm:shape xmlns:r="http://schemas.openxmlformats.org/officeDocument/2006/relationships" type="pie" r:blip="">
                <dgm:adjLst>
                  <dgm:adj idx="1" val="270"/>
                  <dgm:adj idx="2" val="90"/>
                </dgm:adjLst>
              </dgm:shape>
            </dgm:if>
            <dgm:if name="Name13" axis="ch" ptType="node" func="cnt" op="equ" val="3">
              <dgm:shape xmlns:r="http://schemas.openxmlformats.org/officeDocument/2006/relationships" type="pie" r:blip="">
                <dgm:adjLst>
                  <dgm:adj idx="1" val="270"/>
                  <dgm:adj idx="2" val="30"/>
                </dgm:adjLst>
              </dgm:shape>
            </dgm:if>
            <dgm:if name="Name14" axis="ch" ptType="node" func="cnt" op="equ" val="4">
              <dgm:shape xmlns:r="http://schemas.openxmlformats.org/officeDocument/2006/relationships" type="pie" r:blip="">
                <dgm:adjLst>
                  <dgm:adj idx="1" val="270"/>
                  <dgm:adj idx="2" val="0"/>
                </dgm:adjLst>
              </dgm:shape>
            </dgm:if>
            <dgm:if name="Name15" axis="ch" ptType="node" func="cnt" op="equ" val="5">
              <dgm:shape xmlns:r="http://schemas.openxmlformats.org/officeDocument/2006/relationships" type="pie" r:blip="">
                <dgm:adjLst>
                  <dgm:adj idx="1" val="270"/>
                  <dgm:adj idx="2" val="342"/>
                </dgm:adjLst>
              </dgm:shape>
            </dgm:if>
            <dgm:if name="Name16" axis="ch" ptType="node" func="cnt" op="equ" val="6">
              <dgm:shape xmlns:r="http://schemas.openxmlformats.org/officeDocument/2006/relationships" type="pie" r:blip="">
                <dgm:adjLst>
                  <dgm:adj idx="1" val="270"/>
                  <dgm:adj idx="2" val="330"/>
                </dgm:adjLst>
              </dgm:shape>
            </dgm:if>
            <dgm:else name="Name17">
              <dgm:shape xmlns:r="http://schemas.openxmlformats.org/officeDocument/2006/relationships" type="pie" r:blip="">
                <dgm:adjLst>
                  <dgm:adj idx="1" val="270"/>
                  <dgm:adj idx="2" val="321.4286"/>
                </dgm:adjLst>
              </dgm:shape>
            </dgm:else>
          </dgm:choose>
          <dgm:choose name="Name18">
            <dgm:if name="Name19" func="var" arg="dir" op="equ" val="norm">
              <dgm:presOf axis="ch desOrSelf" ptType="node node" st="1 1" cnt="1 0"/>
            </dgm:if>
            <dgm:else name="Name20">
              <dgm:choose name="Name21">
                <dgm:if name="Name22" axis="ch" ptType="node" func="cnt" op="equ" val="1">
                  <dgm:presOf axis="ch desOrSelf" ptType="node node" st="1 1" cnt="1 0"/>
                </dgm:if>
                <dgm:if name="Name23" axis="ch" ptType="node" func="cnt" op="equ" val="2">
                  <dgm:presOf axis="ch desOrSelf" ptType="node node" st="2 1" cnt="1 0"/>
                </dgm:if>
                <dgm:if name="Name24" axis="ch" ptType="node" func="cnt" op="equ" val="3">
                  <dgm:presOf axis="ch desOrSelf" ptType="node node" st="3 1" cnt="1 0"/>
                </dgm:if>
                <dgm:if name="Name25" axis="ch" ptType="node" func="cnt" op="equ" val="4">
                  <dgm:presOf axis="ch desOrSelf" ptType="node node" st="4 1" cnt="1 0"/>
                </dgm:if>
                <dgm:if name="Name26" axis="ch" ptType="node" func="cnt" op="equ" val="5">
                  <dgm:presOf axis="ch desOrSelf" ptType="node node" st="5 1" cnt="1 0"/>
                </dgm:if>
                <dgm:if name="Name27" axis="ch" ptType="node" func="cnt" op="equ" val="6">
                  <dgm:presOf axis="ch desOrSelf" ptType="node node" st="6 1" cnt="1 0"/>
                </dgm:if>
                <dgm:else name="Name28">
                  <dgm:presOf axis="ch desOrSelf" ptType="node node" st="7 1" cnt="1 0"/>
                </dgm:else>
              </dgm:choose>
            </dgm:else>
          </dgm:choose>
          <dgm:constrLst/>
          <dgm:ruleLst/>
        </dgm:layoutNode>
        <dgm:layoutNode name="dummy1a" moveWith="wedge1">
          <dgm:alg type="sp"/>
          <dgm:shape xmlns:r="http://schemas.openxmlformats.org/officeDocument/2006/relationships" r:blip="">
            <dgm:adjLst/>
          </dgm:shape>
          <dgm:presOf/>
          <dgm:constrLst>
            <dgm:constr type="w" val="1"/>
            <dgm:constr type="h" val="1"/>
          </dgm:constrLst>
          <dgm:ruleLst/>
        </dgm:layoutNode>
        <dgm:layoutNode name="dummy1b" moveWith="wedge1">
          <dgm:alg type="sp"/>
          <dgm:shape xmlns:r="http://schemas.openxmlformats.org/officeDocument/2006/relationships" r:blip="">
            <dgm:adjLst/>
          </dgm:shape>
          <dgm:presOf/>
          <dgm:constrLst>
            <dgm:constr type="w" val="1"/>
            <dgm:constr type="h" val="1"/>
          </dgm:constrLst>
          <dgm:ruleLst/>
        </dgm:layoutNode>
        <dgm:layoutNode name="wedge1Tx" moveWith="wedge1">
          <dgm:varLst>
            <dgm:chMax val="0"/>
            <dgm:chPref val="0"/>
            <dgm:bulletEnabled val="1"/>
          </dgm:varLst>
          <dgm:alg type="tx"/>
          <dgm:shape xmlns:r="http://schemas.openxmlformats.org/officeDocument/2006/relationships" type="rect" r:blip="" hideGeom="1">
            <dgm:adjLst/>
          </dgm:shape>
          <dgm:choose name="Name29">
            <dgm:if name="Name30" func="var" arg="dir" op="equ" val="norm">
              <dgm:presOf axis="ch desOrSelf" ptType="node node" st="1 1" cnt="1 0"/>
            </dgm:if>
            <dgm:else name="Name31">
              <dgm:choose name="Name32">
                <dgm:if name="Name33" axis="ch" ptType="node" func="cnt" op="equ" val="1">
                  <dgm:presOf axis="ch desOrSelf" ptType="node node" st="1 1" cnt="1 0"/>
                </dgm:if>
                <dgm:if name="Name34" axis="ch" ptType="node" func="cnt" op="equ" val="2">
                  <dgm:presOf axis="ch desOrSelf" ptType="node node" st="2 1" cnt="1 0"/>
                </dgm:if>
                <dgm:if name="Name35" axis="ch" ptType="node" func="cnt" op="equ" val="3">
                  <dgm:presOf axis="ch desOrSelf" ptType="node node" st="3 1" cnt="1 0"/>
                </dgm:if>
                <dgm:if name="Name36" axis="ch" ptType="node" func="cnt" op="equ" val="4">
                  <dgm:presOf axis="ch desOrSelf" ptType="node node" st="4 1" cnt="1 0"/>
                </dgm:if>
                <dgm:if name="Name37" axis="ch" ptType="node" func="cnt" op="equ" val="5">
                  <dgm:presOf axis="ch desOrSelf" ptType="node node" st="5 1" cnt="1 0"/>
                </dgm:if>
                <dgm:if name="Name38" axis="ch" ptType="node" func="cnt" op="equ" val="6">
                  <dgm:presOf axis="ch desOrSelf" ptType="node node" st="6 1" cnt="1 0"/>
                </dgm:if>
                <dgm:else name="Name39">
                  <dgm:presOf axis="ch desOrSelf" ptType="node node" st="7 1" cnt="1 0"/>
                </dgm:else>
              </dgm:choose>
            </dgm:else>
          </dgm:choose>
          <dgm:constrLst>
            <dgm:constr type="tMarg" refType="primFontSz" fact="0.1"/>
            <dgm:constr type="bMarg" refType="primFontSz" fact="0.1"/>
            <dgm:constr type="lMarg" refType="primFontSz" fact="0.1"/>
            <dgm:constr type="rMarg" refType="primFontSz" fact="0.1"/>
            <dgm:constr type="primFontSz" val="65"/>
          </dgm:constrLst>
          <dgm:ruleLst>
            <dgm:rule type="primFontSz" val="5" fact="NaN" max="NaN"/>
          </dgm:ruleLst>
        </dgm:layoutNode>
      </dgm:if>
      <dgm:else name="Name40"/>
    </dgm:choose>
    <dgm:choose name="Name41">
      <dgm:if name="Name42" axis="ch" ptType="node" func="cnt" op="gte" val="2">
        <dgm:layoutNode name="wedge2">
          <dgm:alg type="sp"/>
          <dgm:choose name="Name43">
            <dgm:if name="Name44" axis="ch" ptType="node" func="cnt" op="equ" val="2">
              <dgm:shape xmlns:r="http://schemas.openxmlformats.org/officeDocument/2006/relationships" type="pie" r:blip="">
                <dgm:adjLst>
                  <dgm:adj idx="1" val="90"/>
                  <dgm:adj idx="2" val="270"/>
                </dgm:adjLst>
              </dgm:shape>
            </dgm:if>
            <dgm:if name="Name45" axis="ch" ptType="node" func="cnt" op="equ" val="3">
              <dgm:shape xmlns:r="http://schemas.openxmlformats.org/officeDocument/2006/relationships" type="pie" r:blip="">
                <dgm:adjLst>
                  <dgm:adj idx="1" val="30"/>
                  <dgm:adj idx="2" val="150"/>
                </dgm:adjLst>
              </dgm:shape>
            </dgm:if>
            <dgm:if name="Name46" axis="ch" ptType="node" func="cnt" op="equ" val="4">
              <dgm:shape xmlns:r="http://schemas.openxmlformats.org/officeDocument/2006/relationships" type="pie" r:blip="">
                <dgm:adjLst>
                  <dgm:adj idx="1" val="0"/>
                  <dgm:adj idx="2" val="90"/>
                </dgm:adjLst>
              </dgm:shape>
            </dgm:if>
            <dgm:if name="Name47" axis="ch" ptType="node" func="cnt" op="equ" val="5">
              <dgm:shape xmlns:r="http://schemas.openxmlformats.org/officeDocument/2006/relationships" type="pie" r:blip="">
                <dgm:adjLst>
                  <dgm:adj idx="1" val="342"/>
                  <dgm:adj idx="2" val="54"/>
                </dgm:adjLst>
              </dgm:shape>
            </dgm:if>
            <dgm:if name="Name48" axis="ch" ptType="node" func="cnt" op="equ" val="6">
              <dgm:shape xmlns:r="http://schemas.openxmlformats.org/officeDocument/2006/relationships" type="pie" r:blip="">
                <dgm:adjLst>
                  <dgm:adj idx="1" val="330"/>
                  <dgm:adj idx="2" val="30"/>
                </dgm:adjLst>
              </dgm:shape>
            </dgm:if>
            <dgm:else name="Name49">
              <dgm:shape xmlns:r="http://schemas.openxmlformats.org/officeDocument/2006/relationships" type="pie" r:blip="">
                <dgm:adjLst>
                  <dgm:adj idx="1" val="321.4286"/>
                  <dgm:adj idx="2" val="12.85714"/>
                </dgm:adjLst>
              </dgm:shape>
            </dgm:else>
          </dgm:choose>
          <dgm:choose name="Name50">
            <dgm:if name="Name51" func="var" arg="dir" op="equ" val="norm">
              <dgm:presOf axis="ch desOrSelf" ptType="node node" st="2 1" cnt="1 0"/>
            </dgm:if>
            <dgm:else name="Name52">
              <dgm:choose name="Name53">
                <dgm:if name="Name54" axis="ch" ptType="node" func="cnt" op="equ" val="2">
                  <dgm:presOf axis="ch desOrSelf" ptType="node node" st="1 1" cnt="1 0"/>
                </dgm:if>
                <dgm:if name="Name55" axis="ch" ptType="node" func="cnt" op="equ" val="3">
                  <dgm:presOf axis="ch desOrSelf" ptType="node node" st="2 1" cnt="1 0"/>
                </dgm:if>
                <dgm:if name="Name56" axis="ch" ptType="node" func="cnt" op="equ" val="4">
                  <dgm:presOf axis="ch desOrSelf" ptType="node node" st="3 1" cnt="1 0"/>
                </dgm:if>
                <dgm:if name="Name57" axis="ch" ptType="node" func="cnt" op="equ" val="5">
                  <dgm:presOf axis="ch desOrSelf" ptType="node node" st="4 1" cnt="1 0"/>
                </dgm:if>
                <dgm:if name="Name58" axis="ch" ptType="node" func="cnt" op="equ" val="6">
                  <dgm:presOf axis="ch desOrSelf" ptType="node node" st="5 1" cnt="1 0"/>
                </dgm:if>
                <dgm:else name="Name59">
                  <dgm:presOf axis="ch desOrSelf" ptType="node node" st="6 1" cnt="1 0"/>
                </dgm:else>
              </dgm:choose>
            </dgm:else>
          </dgm:choose>
          <dgm:constrLst/>
          <dgm:ruleLst/>
        </dgm:layoutNode>
        <dgm:layoutNode name="dummy2a" moveWith="wedge2">
          <dgm:alg type="sp"/>
          <dgm:shape xmlns:r="http://schemas.openxmlformats.org/officeDocument/2006/relationships" r:blip="">
            <dgm:adjLst/>
          </dgm:shape>
          <dgm:presOf/>
          <dgm:constrLst>
            <dgm:constr type="w" val="1"/>
            <dgm:constr type="h" val="1"/>
          </dgm:constrLst>
          <dgm:ruleLst/>
        </dgm:layoutNode>
        <dgm:layoutNode name="dummy2b" moveWith="wedge2">
          <dgm:alg type="sp"/>
          <dgm:shape xmlns:r="http://schemas.openxmlformats.org/officeDocument/2006/relationships" r:blip="">
            <dgm:adjLst/>
          </dgm:shape>
          <dgm:presOf/>
          <dgm:constrLst>
            <dgm:constr type="w" val="1"/>
            <dgm:constr type="h" val="1"/>
          </dgm:constrLst>
          <dgm:ruleLst/>
        </dgm:layoutNode>
        <dgm:layoutNode name="wedge2Tx" moveWith="wedge2">
          <dgm:varLst>
            <dgm:chMax val="0"/>
            <dgm:chPref val="0"/>
            <dgm:bulletEnabled val="1"/>
          </dgm:varLst>
          <dgm:alg type="tx"/>
          <dgm:shape xmlns:r="http://schemas.openxmlformats.org/officeDocument/2006/relationships" type="rect" r:blip="" hideGeom="1">
            <dgm:adjLst/>
          </dgm:shape>
          <dgm:choose name="Name60">
            <dgm:if name="Name61" func="var" arg="dir" op="equ" val="norm">
              <dgm:presOf axis="ch desOrSelf" ptType="node node" st="2 1" cnt="1 0"/>
            </dgm:if>
            <dgm:else name="Name62">
              <dgm:choose name="Name63">
                <dgm:if name="Name64" axis="ch" ptType="node" func="cnt" op="equ" val="2">
                  <dgm:presOf axis="ch desOrSelf" ptType="node node" st="1 1" cnt="1 0"/>
                </dgm:if>
                <dgm:if name="Name65" axis="ch" ptType="node" func="cnt" op="equ" val="3">
                  <dgm:presOf axis="ch desOrSelf" ptType="node node" st="2 1" cnt="1 0"/>
                </dgm:if>
                <dgm:if name="Name66" axis="ch" ptType="node" func="cnt" op="equ" val="4">
                  <dgm:presOf axis="ch desOrSelf" ptType="node node" st="3 1" cnt="1 0"/>
                </dgm:if>
                <dgm:if name="Name67" axis="ch" ptType="node" func="cnt" op="equ" val="5">
                  <dgm:presOf axis="ch desOrSelf" ptType="node node" st="4 1" cnt="1 0"/>
                </dgm:if>
                <dgm:if name="Name68" axis="ch" ptType="node" func="cnt" op="equ" val="6">
                  <dgm:presOf axis="ch desOrSelf" ptType="node node" st="5 1" cnt="1 0"/>
                </dgm:if>
                <dgm:else name="Name69">
                  <dgm:presOf axis="ch desOrSelf" ptType="node node" st="6 1" cnt="1 0"/>
                </dgm:else>
              </dgm:choose>
            </dgm:else>
          </dgm:choose>
          <dgm:constrLst>
            <dgm:constr type="tMarg" refType="primFontSz" fact="0.1"/>
            <dgm:constr type="bMarg" refType="primFontSz" fact="0.1"/>
            <dgm:constr type="lMarg" refType="primFontSz" fact="0.1"/>
            <dgm:constr type="rMarg" refType="primFontSz" fact="0.1"/>
            <dgm:constr type="primFontSz" val="65"/>
          </dgm:constrLst>
          <dgm:ruleLst>
            <dgm:rule type="primFontSz" val="5" fact="NaN" max="NaN"/>
          </dgm:ruleLst>
        </dgm:layoutNode>
      </dgm:if>
      <dgm:else name="Name70"/>
    </dgm:choose>
    <dgm:choose name="Name71">
      <dgm:if name="Name72" axis="ch" ptType="node" func="cnt" op="gte" val="3">
        <dgm:layoutNode name="wedge3">
          <dgm:alg type="sp"/>
          <dgm:choose name="Name73">
            <dgm:if name="Name74" axis="ch" ptType="node" func="cnt" op="equ" val="3">
              <dgm:shape xmlns:r="http://schemas.openxmlformats.org/officeDocument/2006/relationships" type="pie" r:blip="">
                <dgm:adjLst>
                  <dgm:adj idx="1" val="150"/>
                  <dgm:adj idx="2" val="270"/>
                </dgm:adjLst>
              </dgm:shape>
            </dgm:if>
            <dgm:if name="Name75" axis="ch" ptType="node" func="cnt" op="equ" val="4">
              <dgm:shape xmlns:r="http://schemas.openxmlformats.org/officeDocument/2006/relationships" type="pie" r:blip="">
                <dgm:adjLst>
                  <dgm:adj idx="1" val="90"/>
                  <dgm:adj idx="2" val="180"/>
                </dgm:adjLst>
              </dgm:shape>
            </dgm:if>
            <dgm:if name="Name76" axis="ch" ptType="node" func="cnt" op="equ" val="5">
              <dgm:shape xmlns:r="http://schemas.openxmlformats.org/officeDocument/2006/relationships" type="pie" r:blip="">
                <dgm:adjLst>
                  <dgm:adj idx="1" val="54"/>
                  <dgm:adj idx="2" val="126"/>
                </dgm:adjLst>
              </dgm:shape>
            </dgm:if>
            <dgm:if name="Name77" axis="ch" ptType="node" func="cnt" op="equ" val="6">
              <dgm:shape xmlns:r="http://schemas.openxmlformats.org/officeDocument/2006/relationships" type="pie" r:blip="">
                <dgm:adjLst>
                  <dgm:adj idx="1" val="30"/>
                  <dgm:adj idx="2" val="90"/>
                </dgm:adjLst>
              </dgm:shape>
            </dgm:if>
            <dgm:else name="Name78">
              <dgm:shape xmlns:r="http://schemas.openxmlformats.org/officeDocument/2006/relationships" type="pie" r:blip="">
                <dgm:adjLst>
                  <dgm:adj idx="1" val="12.85714"/>
                  <dgm:adj idx="2" val="64.28571"/>
                </dgm:adjLst>
              </dgm:shape>
            </dgm:else>
          </dgm:choose>
          <dgm:choose name="Name79">
            <dgm:if name="Name80" func="var" arg="dir" op="equ" val="norm">
              <dgm:presOf axis="ch desOrSelf" ptType="node node" st="3 1" cnt="1 0"/>
            </dgm:if>
            <dgm:else name="Name81">
              <dgm:choose name="Name82">
                <dgm:if name="Name83" axis="ch" ptType="node" func="cnt" op="equ" val="3">
                  <dgm:presOf axis="ch desOrSelf" ptType="node node" st="1 1" cnt="1 0"/>
                </dgm:if>
                <dgm:if name="Name84" axis="ch" ptType="node" func="cnt" op="equ" val="4">
                  <dgm:presOf axis="ch desOrSelf" ptType="node node" st="2 1" cnt="1 0"/>
                </dgm:if>
                <dgm:if name="Name85" axis="ch" ptType="node" func="cnt" op="equ" val="5">
                  <dgm:presOf axis="ch desOrSelf" ptType="node node" st="3 1" cnt="1 0"/>
                </dgm:if>
                <dgm:if name="Name86" axis="ch" ptType="node" func="cnt" op="equ" val="6">
                  <dgm:presOf axis="ch desOrSelf" ptType="node node" st="4 1" cnt="1 0"/>
                </dgm:if>
                <dgm:else name="Name87">
                  <dgm:presOf axis="ch desOrSelf" ptType="node node" st="5 1" cnt="1 0"/>
                </dgm:else>
              </dgm:choose>
            </dgm:else>
          </dgm:choose>
          <dgm:constrLst/>
          <dgm:ruleLst/>
        </dgm:layoutNode>
        <dgm:layoutNode name="dummy3a" moveWith="wedge3">
          <dgm:alg type="sp"/>
          <dgm:shape xmlns:r="http://schemas.openxmlformats.org/officeDocument/2006/relationships" r:blip="">
            <dgm:adjLst/>
          </dgm:shape>
          <dgm:presOf/>
          <dgm:constrLst>
            <dgm:constr type="w" val="1"/>
            <dgm:constr type="h" val="1"/>
          </dgm:constrLst>
          <dgm:ruleLst/>
        </dgm:layoutNode>
        <dgm:layoutNode name="dummy3b" moveWith="wedge3">
          <dgm:alg type="sp"/>
          <dgm:shape xmlns:r="http://schemas.openxmlformats.org/officeDocument/2006/relationships" r:blip="">
            <dgm:adjLst/>
          </dgm:shape>
          <dgm:presOf/>
          <dgm:constrLst>
            <dgm:constr type="w" val="1"/>
            <dgm:constr type="h" val="1"/>
          </dgm:constrLst>
          <dgm:ruleLst/>
        </dgm:layoutNode>
        <dgm:layoutNode name="wedge3Tx" moveWith="wedge3">
          <dgm:varLst>
            <dgm:chMax val="0"/>
            <dgm:chPref val="0"/>
            <dgm:bulletEnabled val="1"/>
          </dgm:varLst>
          <dgm:alg type="tx"/>
          <dgm:shape xmlns:r="http://schemas.openxmlformats.org/officeDocument/2006/relationships" type="rect" r:blip="" hideGeom="1">
            <dgm:adjLst/>
          </dgm:shape>
          <dgm:choose name="Name88">
            <dgm:if name="Name89" func="var" arg="dir" op="equ" val="norm">
              <dgm:presOf axis="ch desOrSelf" ptType="node node" st="3 1" cnt="1 0"/>
            </dgm:if>
            <dgm:else name="Name90">
              <dgm:choose name="Name91">
                <dgm:if name="Name92" axis="ch" ptType="node" func="cnt" op="equ" val="3">
                  <dgm:presOf axis="ch desOrSelf" ptType="node node" st="1 1" cnt="1 0"/>
                </dgm:if>
                <dgm:if name="Name93" axis="ch" ptType="node" func="cnt" op="equ" val="4">
                  <dgm:presOf axis="ch desOrSelf" ptType="node node" st="2 1" cnt="1 0"/>
                </dgm:if>
                <dgm:if name="Name94" axis="ch" ptType="node" func="cnt" op="equ" val="5">
                  <dgm:presOf axis="ch desOrSelf" ptType="node node" st="3 1" cnt="1 0"/>
                </dgm:if>
                <dgm:if name="Name95" axis="ch" ptType="node" func="cnt" op="equ" val="6">
                  <dgm:presOf axis="ch desOrSelf" ptType="node node" st="4 1" cnt="1 0"/>
                </dgm:if>
                <dgm:else name="Name96">
                  <dgm:presOf axis="ch desOrSelf" ptType="node node" st="5 1" cnt="1 0"/>
                </dgm:else>
              </dgm:choose>
            </dgm:else>
          </dgm:choose>
          <dgm:constrLst>
            <dgm:constr type="tMarg" refType="primFontSz" fact="0.1"/>
            <dgm:constr type="bMarg" refType="primFontSz" fact="0.1"/>
            <dgm:constr type="lMarg" refType="primFontSz" fact="0.1"/>
            <dgm:constr type="rMarg" refType="primFontSz" fact="0.1"/>
            <dgm:constr type="primFontSz" val="65"/>
          </dgm:constrLst>
          <dgm:ruleLst>
            <dgm:rule type="primFontSz" val="5" fact="NaN" max="NaN"/>
          </dgm:ruleLst>
        </dgm:layoutNode>
      </dgm:if>
      <dgm:else name="Name97"/>
    </dgm:choose>
    <dgm:choose name="Name98">
      <dgm:if name="Name99" axis="ch" ptType="node" func="cnt" op="gte" val="4">
        <dgm:layoutNode name="wedge4">
          <dgm:alg type="sp"/>
          <dgm:choose name="Name100">
            <dgm:if name="Name101" axis="ch" ptType="node" func="cnt" op="equ" val="4">
              <dgm:shape xmlns:r="http://schemas.openxmlformats.org/officeDocument/2006/relationships" type="pie" r:blip="">
                <dgm:adjLst>
                  <dgm:adj idx="1" val="180"/>
                  <dgm:adj idx="2" val="270"/>
                </dgm:adjLst>
              </dgm:shape>
            </dgm:if>
            <dgm:if name="Name102" axis="ch" ptType="node" func="cnt" op="equ" val="5">
              <dgm:shape xmlns:r="http://schemas.openxmlformats.org/officeDocument/2006/relationships" type="pie" r:blip="">
                <dgm:adjLst>
                  <dgm:adj idx="1" val="126"/>
                  <dgm:adj idx="2" val="198"/>
                </dgm:adjLst>
              </dgm:shape>
            </dgm:if>
            <dgm:if name="Name103" axis="ch" ptType="node" func="cnt" op="equ" val="6">
              <dgm:shape xmlns:r="http://schemas.openxmlformats.org/officeDocument/2006/relationships" type="pie" r:blip="">
                <dgm:adjLst>
                  <dgm:adj idx="1" val="90"/>
                  <dgm:adj idx="2" val="150"/>
                </dgm:adjLst>
              </dgm:shape>
            </dgm:if>
            <dgm:else name="Name104">
              <dgm:shape xmlns:r="http://schemas.openxmlformats.org/officeDocument/2006/relationships" type="pie" r:blip="">
                <dgm:adjLst>
                  <dgm:adj idx="1" val="64.2871"/>
                  <dgm:adj idx="2" val="115.7143"/>
                </dgm:adjLst>
              </dgm:shape>
            </dgm:else>
          </dgm:choose>
          <dgm:choose name="Name105">
            <dgm:if name="Name106" func="var" arg="dir" op="equ" val="norm">
              <dgm:presOf axis="ch desOrSelf" ptType="node node" st="4 1" cnt="1 0"/>
            </dgm:if>
            <dgm:else name="Name107">
              <dgm:choose name="Name108">
                <dgm:if name="Name109" axis="ch" ptType="node" func="cnt" op="equ" val="4">
                  <dgm:presOf axis="ch desOrSelf" ptType="node node" st="1 1" cnt="1 0"/>
                </dgm:if>
                <dgm:if name="Name110" axis="ch" ptType="node" func="cnt" op="equ" val="5">
                  <dgm:presOf axis="ch desOrSelf" ptType="node node" st="2 1" cnt="1 0"/>
                </dgm:if>
                <dgm:if name="Name111" axis="ch" ptType="node" func="cnt" op="equ" val="6">
                  <dgm:presOf axis="ch desOrSelf" ptType="node node" st="3 1" cnt="1 0"/>
                </dgm:if>
                <dgm:else name="Name112">
                  <dgm:presOf axis="ch desOrSelf" ptType="node node" st="4 1" cnt="1 0"/>
                </dgm:else>
              </dgm:choose>
            </dgm:else>
          </dgm:choose>
          <dgm:constrLst/>
          <dgm:ruleLst/>
        </dgm:layoutNode>
        <dgm:layoutNode name="dummy4a" moveWith="wedge4">
          <dgm:alg type="sp"/>
          <dgm:shape xmlns:r="http://schemas.openxmlformats.org/officeDocument/2006/relationships" r:blip="">
            <dgm:adjLst/>
          </dgm:shape>
          <dgm:presOf/>
          <dgm:constrLst>
            <dgm:constr type="w" val="1"/>
            <dgm:constr type="h" val="1"/>
          </dgm:constrLst>
          <dgm:ruleLst/>
        </dgm:layoutNode>
        <dgm:layoutNode name="dummy4b" moveWith="wedge4">
          <dgm:alg type="sp"/>
          <dgm:shape xmlns:r="http://schemas.openxmlformats.org/officeDocument/2006/relationships" r:blip="">
            <dgm:adjLst/>
          </dgm:shape>
          <dgm:presOf/>
          <dgm:constrLst>
            <dgm:constr type="w" val="1"/>
            <dgm:constr type="h" val="1"/>
          </dgm:constrLst>
          <dgm:ruleLst/>
        </dgm:layoutNode>
        <dgm:layoutNode name="wedge4Tx" moveWith="wedge4">
          <dgm:varLst>
            <dgm:chMax val="0"/>
            <dgm:chPref val="0"/>
            <dgm:bulletEnabled val="1"/>
          </dgm:varLst>
          <dgm:alg type="tx"/>
          <dgm:shape xmlns:r="http://schemas.openxmlformats.org/officeDocument/2006/relationships" type="rect" r:blip="" hideGeom="1">
            <dgm:adjLst/>
          </dgm:shape>
          <dgm:choose name="Name113">
            <dgm:if name="Name114" func="var" arg="dir" op="equ" val="norm">
              <dgm:presOf axis="ch desOrSelf" ptType="node node" st="4 1" cnt="1 0"/>
            </dgm:if>
            <dgm:else name="Name115">
              <dgm:choose name="Name116">
                <dgm:if name="Name117" axis="ch" ptType="node" func="cnt" op="equ" val="4">
                  <dgm:presOf axis="ch desOrSelf" ptType="node node" st="1 1" cnt="1 0"/>
                </dgm:if>
                <dgm:if name="Name118" axis="ch" ptType="node" func="cnt" op="equ" val="5">
                  <dgm:presOf axis="ch desOrSelf" ptType="node node" st="2 1" cnt="1 0"/>
                </dgm:if>
                <dgm:if name="Name119" axis="ch" ptType="node" func="cnt" op="equ" val="6">
                  <dgm:presOf axis="ch desOrSelf" ptType="node node" st="3 1" cnt="1 0"/>
                </dgm:if>
                <dgm:else name="Name120">
                  <dgm:presOf axis="ch desOrSelf" ptType="node node" st="4 1" cnt="1 0"/>
                </dgm:else>
              </dgm:choose>
            </dgm:else>
          </dgm:choose>
          <dgm:constrLst>
            <dgm:constr type="tMarg" refType="primFontSz" fact="0.1"/>
            <dgm:constr type="bMarg" refType="primFontSz" fact="0.1"/>
            <dgm:constr type="lMarg" refType="primFontSz" fact="0.1"/>
            <dgm:constr type="rMarg" refType="primFontSz" fact="0.1"/>
            <dgm:constr type="primFontSz" val="65"/>
          </dgm:constrLst>
          <dgm:ruleLst>
            <dgm:rule type="primFontSz" val="5" fact="NaN" max="NaN"/>
          </dgm:ruleLst>
        </dgm:layoutNode>
      </dgm:if>
      <dgm:else name="Name121"/>
    </dgm:choose>
    <dgm:choose name="Name122">
      <dgm:if name="Name123" axis="ch" ptType="node" func="cnt" op="gte" val="5">
        <dgm:layoutNode name="wedge5">
          <dgm:alg type="sp"/>
          <dgm:choose name="Name124">
            <dgm:if name="Name125" axis="ch" ptType="node" func="cnt" op="equ" val="5">
              <dgm:shape xmlns:r="http://schemas.openxmlformats.org/officeDocument/2006/relationships" type="pie" r:blip="">
                <dgm:adjLst>
                  <dgm:adj idx="1" val="198"/>
                  <dgm:adj idx="2" val="270"/>
                </dgm:adjLst>
              </dgm:shape>
            </dgm:if>
            <dgm:if name="Name126" axis="ch" ptType="node" func="cnt" op="equ" val="6">
              <dgm:shape xmlns:r="http://schemas.openxmlformats.org/officeDocument/2006/relationships" type="pie" r:blip="">
                <dgm:adjLst>
                  <dgm:adj idx="1" val="150"/>
                  <dgm:adj idx="2" val="210"/>
                </dgm:adjLst>
              </dgm:shape>
            </dgm:if>
            <dgm:else name="Name127">
              <dgm:shape xmlns:r="http://schemas.openxmlformats.org/officeDocument/2006/relationships" type="pie" r:blip="">
                <dgm:adjLst>
                  <dgm:adj idx="1" val="115.7143"/>
                  <dgm:adj idx="2" val="167.1429"/>
                </dgm:adjLst>
              </dgm:shape>
            </dgm:else>
          </dgm:choose>
          <dgm:choose name="Name128">
            <dgm:if name="Name129" func="var" arg="dir" op="equ" val="norm">
              <dgm:presOf axis="ch desOrSelf" ptType="node node" st="5 1" cnt="1 0"/>
            </dgm:if>
            <dgm:else name="Name130">
              <dgm:choose name="Name131">
                <dgm:if name="Name132" axis="ch" ptType="node" func="cnt" op="equ" val="5">
                  <dgm:presOf axis="ch desOrSelf" ptType="node node" st="1 1" cnt="1 0"/>
                </dgm:if>
                <dgm:if name="Name133" axis="ch" ptType="node" func="cnt" op="equ" val="6">
                  <dgm:presOf axis="ch desOrSelf" ptType="node node" st="2 1" cnt="1 0"/>
                </dgm:if>
                <dgm:else name="Name134">
                  <dgm:presOf axis="ch desOrSelf" ptType="node node" st="3 1" cnt="1 0"/>
                </dgm:else>
              </dgm:choose>
            </dgm:else>
          </dgm:choose>
          <dgm:constrLst/>
          <dgm:ruleLst/>
        </dgm:layoutNode>
        <dgm:layoutNode name="dummy5a" moveWith="wedge5">
          <dgm:alg type="sp"/>
          <dgm:shape xmlns:r="http://schemas.openxmlformats.org/officeDocument/2006/relationships" r:blip="">
            <dgm:adjLst/>
          </dgm:shape>
          <dgm:presOf/>
          <dgm:constrLst>
            <dgm:constr type="w" val="1"/>
            <dgm:constr type="h" val="1"/>
          </dgm:constrLst>
          <dgm:ruleLst/>
        </dgm:layoutNode>
        <dgm:layoutNode name="dummy5b" moveWith="wedge5">
          <dgm:alg type="sp"/>
          <dgm:shape xmlns:r="http://schemas.openxmlformats.org/officeDocument/2006/relationships" r:blip="">
            <dgm:adjLst/>
          </dgm:shape>
          <dgm:presOf/>
          <dgm:constrLst>
            <dgm:constr type="w" val="1"/>
            <dgm:constr type="h" val="1"/>
          </dgm:constrLst>
          <dgm:ruleLst/>
        </dgm:layoutNode>
        <dgm:layoutNode name="wedge5Tx" moveWith="wedge5">
          <dgm:varLst>
            <dgm:chMax val="0"/>
            <dgm:chPref val="0"/>
            <dgm:bulletEnabled val="1"/>
          </dgm:varLst>
          <dgm:alg type="tx"/>
          <dgm:shape xmlns:r="http://schemas.openxmlformats.org/officeDocument/2006/relationships" type="rect" r:blip="" hideGeom="1">
            <dgm:adjLst/>
          </dgm:shape>
          <dgm:choose name="Name135">
            <dgm:if name="Name136" func="var" arg="dir" op="equ" val="norm">
              <dgm:presOf axis="ch desOrSelf" ptType="node node" st="5 1" cnt="1 0"/>
            </dgm:if>
            <dgm:else name="Name137">
              <dgm:choose name="Name138">
                <dgm:if name="Name139" axis="ch" ptType="node" func="cnt" op="equ" val="5">
                  <dgm:presOf axis="ch desOrSelf" ptType="node node" st="1 1" cnt="1 0"/>
                </dgm:if>
                <dgm:if name="Name140" axis="ch" ptType="node" func="cnt" op="equ" val="6">
                  <dgm:presOf axis="ch desOrSelf" ptType="node node" st="2 1" cnt="1 0"/>
                </dgm:if>
                <dgm:else name="Name141">
                  <dgm:presOf axis="ch desOrSelf" ptType="node node" st="3 1" cnt="1 0"/>
                </dgm:else>
              </dgm:choose>
            </dgm:else>
          </dgm:choose>
          <dgm:constrLst>
            <dgm:constr type="tMarg" refType="primFontSz" fact="0.1"/>
            <dgm:constr type="bMarg" refType="primFontSz" fact="0.1"/>
            <dgm:constr type="lMarg" refType="primFontSz" fact="0.1"/>
            <dgm:constr type="rMarg" refType="primFontSz" fact="0.1"/>
            <dgm:constr type="primFontSz" val="65"/>
          </dgm:constrLst>
          <dgm:ruleLst>
            <dgm:rule type="primFontSz" val="5" fact="NaN" max="NaN"/>
          </dgm:ruleLst>
        </dgm:layoutNode>
      </dgm:if>
      <dgm:else name="Name142"/>
    </dgm:choose>
    <dgm:choose name="Name143">
      <dgm:if name="Name144" axis="ch" ptType="node" func="cnt" op="gte" val="6">
        <dgm:layoutNode name="wedge6">
          <dgm:alg type="sp"/>
          <dgm:choose name="Name145">
            <dgm:if name="Name146" axis="ch" ptType="node" func="cnt" op="equ" val="6">
              <dgm:shape xmlns:r="http://schemas.openxmlformats.org/officeDocument/2006/relationships" type="pie" r:blip="">
                <dgm:adjLst>
                  <dgm:adj idx="1" val="210"/>
                  <dgm:adj idx="2" val="270"/>
                </dgm:adjLst>
              </dgm:shape>
            </dgm:if>
            <dgm:else name="Name147">
              <dgm:shape xmlns:r="http://schemas.openxmlformats.org/officeDocument/2006/relationships" type="pie" r:blip="">
                <dgm:adjLst>
                  <dgm:adj idx="1" val="167.1429"/>
                  <dgm:adj idx="2" val="218.5714"/>
                </dgm:adjLst>
              </dgm:shape>
            </dgm:else>
          </dgm:choose>
          <dgm:choose name="Name148">
            <dgm:if name="Name149" func="var" arg="dir" op="equ" val="norm">
              <dgm:presOf axis="ch desOrSelf" ptType="node node" st="6 1" cnt="1 0"/>
            </dgm:if>
            <dgm:else name="Name150">
              <dgm:choose name="Name151">
                <dgm:if name="Name152" axis="ch" ptType="node" func="cnt" op="equ" val="6">
                  <dgm:presOf axis="ch desOrSelf" ptType="node node" st="1 1" cnt="1 0"/>
                </dgm:if>
                <dgm:else name="Name153">
                  <dgm:presOf axis="ch desOrSelf" ptType="node node" st="2 1" cnt="1 0"/>
                </dgm:else>
              </dgm:choose>
            </dgm:else>
          </dgm:choose>
          <dgm:constrLst/>
          <dgm:ruleLst/>
        </dgm:layoutNode>
        <dgm:layoutNode name="dummy6a" moveWith="wedge6">
          <dgm:alg type="sp"/>
          <dgm:shape xmlns:r="http://schemas.openxmlformats.org/officeDocument/2006/relationships" r:blip="">
            <dgm:adjLst/>
          </dgm:shape>
          <dgm:presOf/>
          <dgm:constrLst>
            <dgm:constr type="w" val="1"/>
            <dgm:constr type="h" val="1"/>
          </dgm:constrLst>
          <dgm:ruleLst/>
        </dgm:layoutNode>
        <dgm:layoutNode name="dummy6b" moveWith="wedge6">
          <dgm:alg type="sp"/>
          <dgm:shape xmlns:r="http://schemas.openxmlformats.org/officeDocument/2006/relationships" r:blip="">
            <dgm:adjLst/>
          </dgm:shape>
          <dgm:presOf/>
          <dgm:constrLst>
            <dgm:constr type="w" val="1"/>
            <dgm:constr type="h" val="1"/>
          </dgm:constrLst>
          <dgm:ruleLst/>
        </dgm:layoutNode>
        <dgm:layoutNode name="wedge6Tx" moveWith="wedge6">
          <dgm:varLst>
            <dgm:chMax val="0"/>
            <dgm:chPref val="0"/>
            <dgm:bulletEnabled val="1"/>
          </dgm:varLst>
          <dgm:alg type="tx"/>
          <dgm:shape xmlns:r="http://schemas.openxmlformats.org/officeDocument/2006/relationships" type="rect" r:blip="" hideGeom="1">
            <dgm:adjLst/>
          </dgm:shape>
          <dgm:choose name="Name154">
            <dgm:if name="Name155" func="var" arg="dir" op="equ" val="norm">
              <dgm:presOf axis="ch desOrSelf" ptType="node node" st="6 1" cnt="1 0"/>
            </dgm:if>
            <dgm:else name="Name156">
              <dgm:choose name="Name157">
                <dgm:if name="Name158" axis="ch" ptType="node" func="cnt" op="equ" val="6">
                  <dgm:presOf axis="ch desOrSelf" ptType="node node" st="1 1" cnt="1 0"/>
                </dgm:if>
                <dgm:else name="Name159">
                  <dgm:presOf axis="ch desOrSelf" ptType="node node" st="2 1" cnt="1 0"/>
                </dgm:else>
              </dgm:choose>
            </dgm:else>
          </dgm:choose>
          <dgm:constrLst>
            <dgm:constr type="tMarg" refType="primFontSz" fact="0.1"/>
            <dgm:constr type="bMarg" refType="primFontSz" fact="0.1"/>
            <dgm:constr type="lMarg" refType="primFontSz" fact="0.1"/>
            <dgm:constr type="rMarg" refType="primFontSz" fact="0.1"/>
            <dgm:constr type="primFontSz" val="65"/>
          </dgm:constrLst>
          <dgm:ruleLst>
            <dgm:rule type="primFontSz" val="5" fact="NaN" max="NaN"/>
          </dgm:ruleLst>
        </dgm:layoutNode>
      </dgm:if>
      <dgm:else name="Name160"/>
    </dgm:choose>
    <dgm:choose name="Name161">
      <dgm:if name="Name162" axis="ch" ptType="node" func="cnt" op="gte" val="7">
        <dgm:layoutNode name="wedge7">
          <dgm:alg type="sp"/>
          <dgm:shape xmlns:r="http://schemas.openxmlformats.org/officeDocument/2006/relationships" type="pie" r:blip="">
            <dgm:adjLst>
              <dgm:adj idx="1" val="218.5714"/>
              <dgm:adj idx="2" val="270"/>
            </dgm:adjLst>
          </dgm:shape>
          <dgm:choose name="Name163">
            <dgm:if name="Name164" func="var" arg="dir" op="equ" val="norm">
              <dgm:presOf axis="ch desOrSelf" ptType="node node" st="7 1" cnt="1 0"/>
            </dgm:if>
            <dgm:else name="Name165">
              <dgm:presOf axis="ch desOrSelf" ptType="node node" st="1 1" cnt="1 0"/>
            </dgm:else>
          </dgm:choose>
          <dgm:constrLst/>
          <dgm:ruleLst/>
        </dgm:layoutNode>
        <dgm:layoutNode name="dummy7a" moveWith="wedge7">
          <dgm:alg type="sp"/>
          <dgm:shape xmlns:r="http://schemas.openxmlformats.org/officeDocument/2006/relationships" r:blip="">
            <dgm:adjLst/>
          </dgm:shape>
          <dgm:presOf/>
          <dgm:constrLst>
            <dgm:constr type="w" val="1"/>
            <dgm:constr type="h" val="1"/>
          </dgm:constrLst>
          <dgm:ruleLst/>
        </dgm:layoutNode>
        <dgm:layoutNode name="dummy7b" moveWith="wedge7">
          <dgm:alg type="sp"/>
          <dgm:shape xmlns:r="http://schemas.openxmlformats.org/officeDocument/2006/relationships" r:blip="">
            <dgm:adjLst/>
          </dgm:shape>
          <dgm:presOf/>
          <dgm:constrLst>
            <dgm:constr type="w" val="1"/>
            <dgm:constr type="h" val="1"/>
          </dgm:constrLst>
          <dgm:ruleLst/>
        </dgm:layoutNode>
        <dgm:layoutNode name="wedge7Tx" moveWith="wedge7">
          <dgm:varLst>
            <dgm:chMax val="0"/>
            <dgm:chPref val="0"/>
            <dgm:bulletEnabled val="1"/>
          </dgm:varLst>
          <dgm:alg type="tx"/>
          <dgm:shape xmlns:r="http://schemas.openxmlformats.org/officeDocument/2006/relationships" type="rect" r:blip="" hideGeom="1">
            <dgm:adjLst/>
          </dgm:shape>
          <dgm:choose name="Name166">
            <dgm:if name="Name167" func="var" arg="dir" op="equ" val="norm">
              <dgm:presOf axis="ch desOrSelf" ptType="node node" st="7 1" cnt="1 0"/>
            </dgm:if>
            <dgm:else name="Name168">
              <dgm:presOf axis="ch desOrSelf" ptType="node node" st="1 1" cnt="1 0"/>
            </dgm:else>
          </dgm:choose>
          <dgm:constrLst>
            <dgm:constr type="tMarg" refType="primFontSz" fact="0.1"/>
            <dgm:constr type="bMarg" refType="primFontSz" fact="0.1"/>
            <dgm:constr type="lMarg" refType="primFontSz" fact="0.1"/>
            <dgm:constr type="rMarg" refType="primFontSz" fact="0.1"/>
            <dgm:constr type="primFontSz" val="65"/>
          </dgm:constrLst>
          <dgm:ruleLst>
            <dgm:rule type="primFontSz" val="5" fact="NaN" max="NaN"/>
          </dgm:ruleLst>
        </dgm:layoutNode>
      </dgm:if>
      <dgm:else name="Name169"/>
    </dgm:choose>
    <dgm:choose name="Name170">
      <dgm:if name="Name171" axis="ch" ptType="node" func="cnt" op="equ" val="1">
        <dgm:forEach name="Name172" axis="ch" ptType="sibTrans" hideLastTrans="0" cnt="1">
          <dgm:layoutNode name="arrowWedge1single" styleLbl="fgSibTrans2D1">
            <dgm:choose name="Name173">
              <dgm:if name="Name174" func="var" arg="dir" op="equ" val="norm">
                <dgm:alg type="conn">
                  <dgm:param type="connRout" val="longCurve"/>
                  <dgm:param type="srcNode" val="dummy1a"/>
                  <dgm:param type="dstNode" val="dummy1b"/>
                  <dgm:param type="begPts" val="tL"/>
                  <dgm:param type="endPts" val="tR"/>
                  <dgm:param type="begSty" val="arr"/>
                  <dgm:param type="endSty" val="noArr"/>
                </dgm:alg>
              </dgm:if>
              <dgm:else name="Name175">
                <dgm:alg type="conn">
                  <dgm:param type="connRout" val="longCurve"/>
                  <dgm:param type="srcNode" val="dummy1a"/>
                  <dgm:param type="dstNode" val="dummy1b"/>
                  <dgm:param type="begPts" val="tL"/>
                  <dgm:param type="endPts" val="tR"/>
                  <dgm:param type="begSty" val="noArr"/>
                  <dgm:param type="endSty" val="arr"/>
                </dgm:alg>
              </dgm:else>
            </dgm:choose>
            <dgm:shape xmlns:r="http://schemas.openxmlformats.org/officeDocument/2006/relationships" type="conn" r:blip="">
              <dgm:adjLst/>
            </dgm:shape>
            <dgm:presOf/>
            <dgm:constrLst>
              <dgm:constr type="w" val="1"/>
              <dgm:constr type="begPad"/>
              <dgm:constr type="endPad"/>
            </dgm:constrLst>
            <dgm:ruleLst/>
          </dgm:layoutNode>
        </dgm:forEach>
      </dgm:if>
      <dgm:if name="Name176" axis="ch" ptType="node" func="cnt" op="gte" val="2">
        <dgm:forEach name="Name177" axis="ch" ptType="sibTrans" hideLastTrans="0" cnt="1">
          <dgm:layoutNode name="arrowWedge1" styleLbl="fgSibTrans2D1">
            <dgm:choose name="Name178">
              <dgm:if name="Name179" func="var" arg="dir" op="equ" val="norm">
                <dgm:alg type="conn">
                  <dgm:param type="connRout" val="curve"/>
                  <dgm:param type="srcNode" val="dummy1a"/>
                  <dgm:param type="dstNode" val="dummy1b"/>
                  <dgm:param type="begPts" val="tL"/>
                  <dgm:param type="endPts" val="tL"/>
                  <dgm:param type="begSty" val="noArr"/>
                  <dgm:param type="endSty" val="arr"/>
                </dgm:alg>
              </dgm:if>
              <dgm:else name="Name180">
                <dgm:alg type="conn">
                  <dgm:param type="connRout" val="curve"/>
                  <dgm:param type="srcNode" val="dummy1a"/>
                  <dgm:param type="dstNode" val="dummy1b"/>
                  <dgm:param type="begPts" val="tL"/>
                  <dgm:param type="endPts" val="tL"/>
                  <dgm:param type="begSty" val="arr"/>
                  <dgm:param type="endSty" val="noArr"/>
                </dgm:alg>
              </dgm:else>
            </dgm:choose>
            <dgm:shape xmlns:r="http://schemas.openxmlformats.org/officeDocument/2006/relationships" type="conn" r:blip="">
              <dgm:adjLst/>
            </dgm:shape>
            <dgm:presOf/>
            <dgm:constrLst>
              <dgm:constr type="w" val="1"/>
              <dgm:constr type="begPad"/>
              <dgm:constr type="endPad"/>
            </dgm:constrLst>
            <dgm:ruleLst/>
          </dgm:layoutNode>
        </dgm:forEach>
      </dgm:if>
      <dgm:else name="Name181"/>
    </dgm:choose>
    <dgm:forEach name="Name182" axis="ch" ptType="sibTrans" hideLastTrans="0" st="2" cnt="1">
      <dgm:layoutNode name="arrowWedge2" styleLbl="fgSibTrans2D1">
        <dgm:choose name="Name183">
          <dgm:if name="Name184" func="var" arg="dir" op="equ" val="norm">
            <dgm:alg type="conn">
              <dgm:param type="connRout" val="curve"/>
              <dgm:param type="srcNode" val="dummy2a"/>
              <dgm:param type="dstNode" val="dummy2b"/>
              <dgm:param type="begPts" val="tL"/>
              <dgm:param type="endPts" val="tL"/>
              <dgm:param type="begSty" val="noArr"/>
              <dgm:param type="endSty" val="arr"/>
            </dgm:alg>
          </dgm:if>
          <dgm:else name="Name185">
            <dgm:alg type="conn">
              <dgm:param type="connRout" val="curve"/>
              <dgm:param type="srcNode" val="dummy2a"/>
              <dgm:param type="dstNode" val="dummy2b"/>
              <dgm:param type="begPts" val="tL"/>
              <dgm:param type="endPts" val="tL"/>
              <dgm:param type="begSty" val="arr"/>
              <dgm:param type="endSty" val="noArr"/>
            </dgm:alg>
          </dgm:else>
        </dgm:choose>
        <dgm:shape xmlns:r="http://schemas.openxmlformats.org/officeDocument/2006/relationships" type="conn" r:blip="">
          <dgm:adjLst/>
        </dgm:shape>
        <dgm:presOf/>
        <dgm:constrLst>
          <dgm:constr type="w" val="1"/>
          <dgm:constr type="begPad"/>
          <dgm:constr type="endPad"/>
        </dgm:constrLst>
        <dgm:ruleLst/>
      </dgm:layoutNode>
    </dgm:forEach>
    <dgm:forEach name="Name186" axis="ch" ptType="sibTrans" hideLastTrans="0" st="3" cnt="1">
      <dgm:layoutNode name="arrowWedge3" styleLbl="fgSibTrans2D1">
        <dgm:choose name="Name187">
          <dgm:if name="Name188" func="var" arg="dir" op="equ" val="norm">
            <dgm:alg type="conn">
              <dgm:param type="connRout" val="curve"/>
              <dgm:param type="srcNode" val="dummy3a"/>
              <dgm:param type="dstNode" val="dummy3b"/>
              <dgm:param type="begPts" val="tL"/>
              <dgm:param type="endPts" val="tL"/>
              <dgm:param type="begSty" val="noArr"/>
              <dgm:param type="endSty" val="arr"/>
            </dgm:alg>
          </dgm:if>
          <dgm:else name="Name189">
            <dgm:alg type="conn">
              <dgm:param type="connRout" val="curve"/>
              <dgm:param type="srcNode" val="dummy3a"/>
              <dgm:param type="dstNode" val="dummy3b"/>
              <dgm:param type="begPts" val="tL"/>
              <dgm:param type="endPts" val="tL"/>
              <dgm:param type="begSty" val="arr"/>
              <dgm:param type="endSty" val="noArr"/>
            </dgm:alg>
          </dgm:else>
        </dgm:choose>
        <dgm:shape xmlns:r="http://schemas.openxmlformats.org/officeDocument/2006/relationships" type="conn" r:blip="">
          <dgm:adjLst/>
        </dgm:shape>
        <dgm:presOf/>
        <dgm:constrLst>
          <dgm:constr type="w" val="1"/>
          <dgm:constr type="begPad"/>
          <dgm:constr type="endPad"/>
        </dgm:constrLst>
        <dgm:ruleLst/>
      </dgm:layoutNode>
    </dgm:forEach>
    <dgm:forEach name="Name190" axis="ch" ptType="sibTrans" hideLastTrans="0" st="4" cnt="1">
      <dgm:layoutNode name="arrowWedge4" styleLbl="fgSibTrans2D1">
        <dgm:choose name="Name191">
          <dgm:if name="Name192" func="var" arg="dir" op="equ" val="norm">
            <dgm:alg type="conn">
              <dgm:param type="connRout" val="curve"/>
              <dgm:param type="srcNode" val="dummy4a"/>
              <dgm:param type="dstNode" val="dummy4b"/>
              <dgm:param type="begPts" val="tL"/>
              <dgm:param type="endPts" val="tL"/>
              <dgm:param type="begSty" val="noArr"/>
              <dgm:param type="endSty" val="arr"/>
            </dgm:alg>
          </dgm:if>
          <dgm:else name="Name193">
            <dgm:alg type="conn">
              <dgm:param type="connRout" val="curve"/>
              <dgm:param type="srcNode" val="dummy4a"/>
              <dgm:param type="dstNode" val="dummy4b"/>
              <dgm:param type="begPts" val="tL"/>
              <dgm:param type="endPts" val="tL"/>
              <dgm:param type="begSty" val="arr"/>
              <dgm:param type="endSty" val="noArr"/>
            </dgm:alg>
          </dgm:else>
        </dgm:choose>
        <dgm:shape xmlns:r="http://schemas.openxmlformats.org/officeDocument/2006/relationships" type="conn" r:blip="">
          <dgm:adjLst/>
        </dgm:shape>
        <dgm:presOf/>
        <dgm:constrLst>
          <dgm:constr type="w" val="1"/>
          <dgm:constr type="begPad"/>
          <dgm:constr type="endPad"/>
        </dgm:constrLst>
        <dgm:ruleLst/>
      </dgm:layoutNode>
    </dgm:forEach>
    <dgm:forEach name="Name194" axis="ch" ptType="sibTrans" hideLastTrans="0" st="5" cnt="1">
      <dgm:layoutNode name="arrowWedge5" styleLbl="fgSibTrans2D1">
        <dgm:choose name="Name195">
          <dgm:if name="Name196" func="var" arg="dir" op="equ" val="norm">
            <dgm:alg type="conn">
              <dgm:param type="connRout" val="curve"/>
              <dgm:param type="srcNode" val="dummy5a"/>
              <dgm:param type="dstNode" val="dummy5b"/>
              <dgm:param type="begPts" val="tL"/>
              <dgm:param type="endPts" val="tL"/>
              <dgm:param type="begSty" val="noArr"/>
              <dgm:param type="endSty" val="arr"/>
            </dgm:alg>
          </dgm:if>
          <dgm:else name="Name197">
            <dgm:alg type="conn">
              <dgm:param type="connRout" val="curve"/>
              <dgm:param type="srcNode" val="dummy5a"/>
              <dgm:param type="dstNode" val="dummy5b"/>
              <dgm:param type="begPts" val="tL"/>
              <dgm:param type="endPts" val="tL"/>
              <dgm:param type="begSty" val="arr"/>
              <dgm:param type="endSty" val="noArr"/>
            </dgm:alg>
          </dgm:else>
        </dgm:choose>
        <dgm:shape xmlns:r="http://schemas.openxmlformats.org/officeDocument/2006/relationships" type="conn" r:blip="">
          <dgm:adjLst/>
        </dgm:shape>
        <dgm:presOf/>
        <dgm:constrLst>
          <dgm:constr type="w" val="1"/>
          <dgm:constr type="begPad"/>
          <dgm:constr type="endPad"/>
        </dgm:constrLst>
        <dgm:ruleLst/>
      </dgm:layoutNode>
    </dgm:forEach>
    <dgm:forEach name="Name198" axis="ch" ptType="sibTrans" hideLastTrans="0" st="6" cnt="1">
      <dgm:layoutNode name="arrowWedge6" styleLbl="fgSibTrans2D1">
        <dgm:choose name="Name199">
          <dgm:if name="Name200" func="var" arg="dir" op="equ" val="norm">
            <dgm:alg type="conn">
              <dgm:param type="connRout" val="curve"/>
              <dgm:param type="srcNode" val="dummy6a"/>
              <dgm:param type="dstNode" val="dummy6b"/>
              <dgm:param type="begPts" val="tL"/>
              <dgm:param type="endPts" val="tL"/>
              <dgm:param type="begSty" val="noArr"/>
              <dgm:param type="endSty" val="arr"/>
            </dgm:alg>
          </dgm:if>
          <dgm:else name="Name201">
            <dgm:alg type="conn">
              <dgm:param type="connRout" val="curve"/>
              <dgm:param type="srcNode" val="dummy6a"/>
              <dgm:param type="dstNode" val="dummy6b"/>
              <dgm:param type="begPts" val="tL"/>
              <dgm:param type="endPts" val="tL"/>
              <dgm:param type="begSty" val="arr"/>
              <dgm:param type="endSty" val="noArr"/>
            </dgm:alg>
          </dgm:else>
        </dgm:choose>
        <dgm:shape xmlns:r="http://schemas.openxmlformats.org/officeDocument/2006/relationships" type="conn" r:blip="">
          <dgm:adjLst/>
        </dgm:shape>
        <dgm:presOf/>
        <dgm:constrLst>
          <dgm:constr type="w" val="1"/>
          <dgm:constr type="begPad"/>
          <dgm:constr type="endPad"/>
        </dgm:constrLst>
        <dgm:ruleLst/>
      </dgm:layoutNode>
    </dgm:forEach>
    <dgm:forEach name="Name202" axis="ch" ptType="sibTrans" hideLastTrans="0" st="7" cnt="1">
      <dgm:layoutNode name="arrowWedge7" styleLbl="fgSibTrans2D1">
        <dgm:choose name="Name203">
          <dgm:if name="Name204" func="var" arg="dir" op="equ" val="norm">
            <dgm:alg type="conn">
              <dgm:param type="connRout" val="curve"/>
              <dgm:param type="srcNode" val="dummy7a"/>
              <dgm:param type="dstNode" val="dummy7b"/>
              <dgm:param type="begPts" val="tL"/>
              <dgm:param type="endPts" val="tL"/>
              <dgm:param type="begSty" val="noArr"/>
              <dgm:param type="endSty" val="arr"/>
            </dgm:alg>
          </dgm:if>
          <dgm:else name="Name205">
            <dgm:alg type="conn">
              <dgm:param type="connRout" val="curve"/>
              <dgm:param type="srcNode" val="dummy7a"/>
              <dgm:param type="dstNode" val="dummy7b"/>
              <dgm:param type="begPts" val="tL"/>
              <dgm:param type="endPts" val="tL"/>
              <dgm:param type="begSty" val="arr"/>
              <dgm:param type="endSty" val="noArr"/>
            </dgm:alg>
          </dgm:else>
        </dgm:choose>
        <dgm:shape xmlns:r="http://schemas.openxmlformats.org/officeDocument/2006/relationships" type="conn" r:blip="">
          <dgm:adjLst/>
        </dgm:shape>
        <dgm:presOf/>
        <dgm:constrLst>
          <dgm:constr type="w" val="1"/>
          <dgm:constr type="begPad"/>
          <dgm:constr type="endPad"/>
        </dgm:constrLst>
        <dgm:ruleLst/>
      </dgm:layoutNode>
    </dgm:forEach>
  </dgm:layoutNode>
</dgm:layoutDef>
</file>

<file path=ppt/diagrams/layout6.xml><?xml version="1.0" encoding="utf-8"?>
<dgm:layoutDef xmlns:dgm="http://schemas.openxmlformats.org/drawingml/2006/diagram" xmlns:a="http://schemas.openxmlformats.org/drawingml/2006/main" uniqueId="urn:microsoft.com/office/officeart/2018/2/layout/IconCircleList">
  <dgm:title val="Icon Circle List"/>
  <dgm:desc val="Use to show non-sequential or grouped chunks of information accompanied by related visuals. Circular shapes can hold an icon or small picture and corresponding text box shows Level 1 text. Works best for icons or small pictures with medium-length descriptions."/>
  <dgm:catLst>
    <dgm:cat type="icon" pri="500"/>
  </dgm:catLst>
  <dgm:sampData useDef="1">
    <dgm:dataModel>
      <dgm:ptLst/>
      <dgm:bg/>
      <dgm:whole/>
    </dgm:dataModel>
  </dgm:sampData>
  <dgm:styleData useDef="1">
    <dgm:dataModel>
      <dgm:ptLst/>
      <dgm:bg/>
      <dgm:whole/>
    </dgm:dataModel>
  </dgm:styleData>
  <dgm:clrData useDef="1">
    <dgm:dataModel>
      <dgm:ptLst/>
      <dgm:bg/>
      <dgm:whole/>
    </dgm:dataModel>
  </dgm:clrData>
  <dgm:layoutNode name="root">
    <dgm:varLst>
      <dgm:dir/>
      <dgm:resizeHandles val="exact"/>
    </dgm:varLst>
    <dgm:alg type="sp"/>
    <dgm:shape xmlns:r="http://schemas.openxmlformats.org/officeDocument/2006/relationships" r:blip="">
      <dgm:adjLst/>
    </dgm:shape>
    <dgm:presOf/>
    <dgm:choose name="Name0">
      <dgm:if name="Name1" axis="ch" ptType="node" func="cnt" op="lte" val="3">
        <dgm:constrLst>
          <dgm:constr type="w" for="ch" forName="container" refType="w"/>
          <dgm:constr type="h" for="ch" forName="container" refType="h" fact="0.4"/>
        </dgm:constrLst>
      </dgm:if>
      <dgm:else name="Name2">
        <dgm:constrLst>
          <dgm:constr type="w" for="ch" forName="container" refType="w"/>
          <dgm:constr type="h" for="ch" forName="container" refType="h"/>
        </dgm:constrLst>
      </dgm:else>
    </dgm:choose>
    <dgm:ruleLst>
      <dgm:rule type="h" for="ch" forName="container" val="INF" fact="NaN" max="NaN"/>
    </dgm:ruleLst>
    <dgm:layoutNode name="container">
      <dgm:varLst>
        <dgm:dir/>
        <dgm:resizeHandles val="exact"/>
      </dgm:varLst>
      <dgm:choose name="Name3">
        <dgm:if name="Name4" axis="self" func="var" arg="dir" op="equ" val="norm">
          <dgm:alg type="snake">
            <dgm:param type="grDir" val="tL"/>
            <dgm:param type="flowDir" val="row"/>
            <dgm:param type="contDir" val="sameDir"/>
          </dgm:alg>
        </dgm:if>
        <dgm:else name="Name5">
          <dgm:alg type="snake">
            <dgm:param type="grDir" val="tR"/>
            <dgm:param type="flowDir" val="row"/>
            <dgm:param type="contDir" val="sameDir"/>
          </dgm:alg>
        </dgm:else>
      </dgm:choose>
      <dgm:shape xmlns:r="http://schemas.openxmlformats.org/officeDocument/2006/relationships" r:blip="">
        <dgm:adjLst/>
      </dgm:shape>
      <dgm:presOf/>
      <dgm:constrLst>
        <dgm:constr type="w" for="ch" forName="compNode" refType="w"/>
        <dgm:constr type="h" for="ch" forName="compNode" refType="w" fact="0.28"/>
        <dgm:constr type="w" for="ch" forName="sibTrans" refType="w" refFor="ch" refForName="compNode" fact="0.115"/>
        <dgm:constr type="sp" refType="h" op="equ" fact="0.17"/>
        <dgm:constr type="primFontSz" for="des" ptType="node" op="equ" val="24"/>
        <dgm:constr type="h" for="des" forName="compNode" op="equ"/>
        <dgm:constr type="h" for="des" forName="iconBgRect" op="equ"/>
      </dgm:constrLst>
      <dgm:ruleLst>
        <dgm:rule type="w" for="ch" forName="compNode" val="60" fact="NaN" max="NaN"/>
      </dgm:ruleLst>
      <dgm:forEach name="Name6" axis="ch" ptType="node">
        <dgm:layoutNode name="compNode">
          <dgm:alg type="composite"/>
          <dgm:shape xmlns:r="http://schemas.openxmlformats.org/officeDocument/2006/relationships" r:blip="">
            <dgm:adjLst/>
          </dgm:shape>
          <dgm:presOf axis="self"/>
          <dgm:constrLst>
            <dgm:constr type="w" for="ch" forName="iconBgRect" refType="w" fact="0.28"/>
            <dgm:constr type="h" for="ch" forName="iconBgRect" refType="w" refFor="ch" refForName="iconBgRect"/>
            <dgm:constr type="t" for="ch" forName="iconBgRect"/>
            <dgm:constr type="l" for="ch" forName="iconBgRect"/>
            <dgm:constr type="w" for="ch" forName="iconRect" refType="w" refFor="ch" refForName="iconBgRect" fact="0.58"/>
            <dgm:constr type="h" for="ch" forName="iconRect" refType="w" refFor="ch" refForName="iconRect"/>
            <dgm:constr type="ctrX" for="ch" forName="iconRect" refType="ctrX" refFor="ch" refForName="iconBgRect"/>
            <dgm:constr type="ctrY" for="ch" forName="iconRect" refType="ctrY" refFor="ch" refForName="iconBgRect"/>
            <dgm:constr type="w" for="ch" forName="spaceRect" refType="w" fact="0.06"/>
            <dgm:constr type="h" for="ch" forName="spaceRect" refType="h" refFor="ch" refForName="iconBgRect"/>
            <dgm:constr type="t" for="ch" forName="spaceRect" refType="t" refFor="ch" refForName="iconBgRect"/>
            <dgm:constr type="l" for="ch" forName="spaceRect" refType="r" refFor="ch" refForName="iconBgRect"/>
            <dgm:constr type="h" for="ch" forName="textRect" refType="h" refFor="ch" refForName="iconBgRect"/>
            <dgm:constr type="t" for="ch" forName="textRect" refType="t" refFor="ch" refForName="iconBgRect"/>
            <dgm:constr type="l" for="ch" forName="textRect" refType="r" refFor="ch" refForName="spaceRect"/>
          </dgm:constrLst>
          <dgm:ruleLst/>
          <dgm:layoutNode name="iconBgRect" styleLbl="bgShp">
            <dgm:alg type="sp"/>
            <dgm:shape xmlns:r="http://schemas.openxmlformats.org/officeDocument/2006/relationships" type="ellipse" r:blip="">
              <dgm:adjLst/>
            </dgm:shape>
            <dgm:presOf/>
            <dgm:constrLst/>
            <dgm:ruleLst/>
          </dgm:layoutNode>
          <dgm:layoutNode name="iconRect" styleLbl="node1">
            <dgm:alg type="sp"/>
            <dgm:shape xmlns:r="http://schemas.openxmlformats.org/officeDocument/2006/relationships" type="rect" r:blip="" blipPhldr="1">
              <dgm:adjLst/>
            </dgm:shape>
            <dgm:presOf/>
            <dgm:constrLst/>
            <dgm:ruleLst/>
          </dgm:layoutNode>
          <dgm:layoutNode name="spaceRect">
            <dgm:alg type="sp"/>
            <dgm:shape xmlns:r="http://schemas.openxmlformats.org/officeDocument/2006/relationships" r:blip="">
              <dgm:adjLst/>
            </dgm:shape>
            <dgm:presOf/>
            <dgm:constrLst/>
            <dgm:ruleLst/>
          </dgm:layoutNode>
          <dgm:layoutNode name="textRect" styleLbl="revTx">
            <dgm:varLst>
              <dgm:chMax val="1"/>
              <dgm:chPref val="1"/>
            </dgm:varLst>
            <dgm:choose name="Name7">
              <dgm:if name="Name8" func="var" arg="dir" op="equ" val="norm">
                <dgm:alg type="tx">
                  <dgm:param type="txAnchorVert" val="mid"/>
                  <dgm:param type="parTxLTRAlign" val="l"/>
                  <dgm:param type="shpTxLTRAlignCh" val="l"/>
                  <dgm:param type="parTxRTLAlign" val="l"/>
                  <dgm:param type="shpTxRTLAlignCh" val="l"/>
                </dgm:alg>
              </dgm:if>
              <dgm:else name="Name9">
                <dgm:alg type="tx">
                  <dgm:param type="txAnchorVert" val="mid"/>
                  <dgm:param type="parTxLTRAlign" val="r"/>
                  <dgm:param type="shpTxLTRAlignCh" val="r"/>
                  <dgm:param type="parTxRTLAlign" val="r"/>
                  <dgm:param type="shpTxRTLAlignCh" val="r"/>
                </dgm:alg>
              </dgm:else>
            </dgm:choose>
            <dgm:shape xmlns:r="http://schemas.openxmlformats.org/officeDocument/2006/relationships" type="rect" r:blip="">
              <dgm:adjLst/>
            </dgm:shape>
            <dgm:presOf axis="self" ptType="node"/>
            <dgm:constrLst>
              <dgm:constr type="lMarg"/>
              <dgm:constr type="rMarg"/>
              <dgm:constr type="tMarg"/>
              <dgm:constr type="bMarg"/>
            </dgm:constrLst>
            <dgm:ruleLst>
              <dgm:rule type="primFontSz" val="11" fact="NaN" max="NaN"/>
            </dgm:ruleLst>
          </dgm:layoutNode>
        </dgm:layoutNode>
        <dgm:forEach name="Name10" axis="followSib" ptType="sibTrans" cnt="1">
          <dgm:layoutNode name="sibTrans">
            <dgm:alg type="sp"/>
            <dgm:shape xmlns:r="http://schemas.openxmlformats.org/officeDocument/2006/relationships" type="rect" r:blip="" hideGeom="1">
              <dgm:adjLst/>
            </dgm:shape>
            <dgm:presOf axis="self"/>
            <dgm:constrLst/>
            <dgm:ruleLst/>
          </dgm:layoutNode>
        </dgm:forEach>
      </dgm:forEach>
    </dgm:layoutNode>
  </dgm:layoutNode>
  <dgm:extLst>
    <a:ext uri="{68A01E43-0DF5-4B5B-8FA6-DAF915123BFB}">
      <dgm1612:lstStyle xmlns:dgm1612="http://schemas.microsoft.com/office/drawing/2016/12/diagram">
        <a:lvl1pPr>
          <a:lnSpc>
            <a:spcPct val="100000"/>
          </a:lnSpc>
        </a:lvl1pPr>
      </dgm1612:lstStyle>
    </a:ext>
  </dgm:extLst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2.xml><?xml version="1.0" encoding="utf-8"?>
<dgm:styleDef xmlns:dgm="http://schemas.openxmlformats.org/drawingml/2006/diagram" xmlns:a="http://schemas.openxmlformats.org/drawingml/2006/main" uniqueId="urn:microsoft.com/office/officeart/2005/8/quickstyle/simple4">
  <dgm:title val=""/>
  <dgm:desc val=""/>
  <dgm:catLst>
    <dgm:cat type="simple" pri="104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3.xml><?xml version="1.0" encoding="utf-8"?>
<dgm:styleDef xmlns:dgm="http://schemas.openxmlformats.org/drawingml/2006/diagram" xmlns:a="http://schemas.openxmlformats.org/drawingml/2006/main" uniqueId="urn:microsoft.com/office/officeart/2005/8/quickstyle/simple4">
  <dgm:title val=""/>
  <dgm:desc val=""/>
  <dgm:catLst>
    <dgm:cat type="simple" pri="104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4.xml><?xml version="1.0" encoding="utf-8"?>
<dgm:styleDef xmlns:dgm="http://schemas.openxmlformats.org/drawingml/2006/diagram" xmlns:a="http://schemas.openxmlformats.org/drawingml/2006/main" uniqueId="urn:microsoft.com/office/officeart/2005/8/quickstyle/simple4">
  <dgm:title val=""/>
  <dgm:desc val=""/>
  <dgm:catLst>
    <dgm:cat type="simple" pri="104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5.xml><?xml version="1.0" encoding="utf-8"?>
<dgm:styleDef xmlns:dgm="http://schemas.openxmlformats.org/drawingml/2006/diagram" xmlns:a="http://schemas.openxmlformats.org/drawingml/2006/main" uniqueId="urn:microsoft.com/office/officeart/2005/8/quickstyle/simple4">
  <dgm:title val=""/>
  <dgm:desc val=""/>
  <dgm:catLst>
    <dgm:cat type="simple" pri="104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6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US" smtClean="0"/>
              <a:t>1/20/2026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8538789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US" smtClean="0"/>
              <a:t>1/20/2026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4913845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US" smtClean="0"/>
              <a:t>1/20/2026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9152452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US" smtClean="0"/>
              <a:t>1/20/2026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0309203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US" smtClean="0"/>
              <a:t>1/20/2026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3317233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US" smtClean="0"/>
              <a:t>1/20/2026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1031255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US" smtClean="0"/>
              <a:t>1/20/2026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4638898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US" smtClean="0"/>
              <a:t>1/20/2026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7184145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US" smtClean="0"/>
              <a:t>1/20/2026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1895827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US" smtClean="0"/>
              <a:t>1/20/2026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290545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US" smtClean="0"/>
              <a:t>1/20/2026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944565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846CE7D5-CF57-46EF-B807-FDD0502418D4}" type="datetimeFigureOut">
              <a:rPr lang="en-US" smtClean="0"/>
              <a:t>1/20/2026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330EA680-D336-4FF7-8B7A-9848BB0A1C3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6095407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1.xml"/><Relationship Id="rId2" Type="http://schemas.openxmlformats.org/officeDocument/2006/relationships/diagramData" Target="../diagrams/data1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1.xml"/><Relationship Id="rId5" Type="http://schemas.openxmlformats.org/officeDocument/2006/relationships/diagramColors" Target="../diagrams/colors1.xml"/><Relationship Id="rId4" Type="http://schemas.openxmlformats.org/officeDocument/2006/relationships/diagramQuickStyle" Target="../diagrams/quickStyle1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2.xml"/><Relationship Id="rId2" Type="http://schemas.openxmlformats.org/officeDocument/2006/relationships/diagramData" Target="../diagrams/data2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2.xml"/><Relationship Id="rId5" Type="http://schemas.openxmlformats.org/officeDocument/2006/relationships/diagramColors" Target="../diagrams/colors2.xml"/><Relationship Id="rId4" Type="http://schemas.openxmlformats.org/officeDocument/2006/relationships/diagramQuickStyle" Target="../diagrams/quickStyle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3.xml"/><Relationship Id="rId2" Type="http://schemas.openxmlformats.org/officeDocument/2006/relationships/diagramData" Target="../diagrams/data3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3.xml"/><Relationship Id="rId5" Type="http://schemas.openxmlformats.org/officeDocument/2006/relationships/diagramColors" Target="../diagrams/colors3.xml"/><Relationship Id="rId4" Type="http://schemas.openxmlformats.org/officeDocument/2006/relationships/diagramQuickStyle" Target="../diagrams/quickStyle3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4.xml"/><Relationship Id="rId2" Type="http://schemas.openxmlformats.org/officeDocument/2006/relationships/diagramData" Target="../diagrams/data4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4.xml"/><Relationship Id="rId5" Type="http://schemas.openxmlformats.org/officeDocument/2006/relationships/diagramColors" Target="../diagrams/colors4.xml"/><Relationship Id="rId4" Type="http://schemas.openxmlformats.org/officeDocument/2006/relationships/diagramQuickStyle" Target="../diagrams/quickStyle4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chart" Target="../charts/chart1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chart" Target="../charts/chart3.xml"/><Relationship Id="rId2" Type="http://schemas.openxmlformats.org/officeDocument/2006/relationships/chart" Target="../charts/chart2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chart" Target="../charts/chart5.xml"/><Relationship Id="rId2" Type="http://schemas.openxmlformats.org/officeDocument/2006/relationships/chart" Target="../charts/chart4.xml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5.xml"/><Relationship Id="rId2" Type="http://schemas.openxmlformats.org/officeDocument/2006/relationships/diagramData" Target="../diagrams/data5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5.xml"/><Relationship Id="rId5" Type="http://schemas.openxmlformats.org/officeDocument/2006/relationships/diagramColors" Target="../diagrams/colors5.xml"/><Relationship Id="rId4" Type="http://schemas.openxmlformats.org/officeDocument/2006/relationships/diagramQuickStyle" Target="../diagrams/quickStyle5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6.xml"/><Relationship Id="rId2" Type="http://schemas.openxmlformats.org/officeDocument/2006/relationships/diagramData" Target="../diagrams/data6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6.xml"/><Relationship Id="rId5" Type="http://schemas.openxmlformats.org/officeDocument/2006/relationships/diagramColors" Target="../diagrams/colors6.xml"/><Relationship Id="rId4" Type="http://schemas.openxmlformats.org/officeDocument/2006/relationships/diagramQuickStyle" Target="../diagrams/quickStyle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1" name="Rectangle 10">
            <a:extLst>
              <a:ext uri="{FF2B5EF4-FFF2-40B4-BE49-F238E27FC236}">
                <a16:creationId xmlns:a16="http://schemas.microsoft.com/office/drawing/2014/main" id="{93245F62-CCC4-49E4-B95B-EA6C1E79051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38882" y="3577456"/>
            <a:ext cx="10909640" cy="1687814"/>
          </a:xfrm>
        </p:spPr>
        <p:txBody>
          <a:bodyPr anchor="b">
            <a:normAutofit/>
          </a:bodyPr>
          <a:lstStyle/>
          <a:p>
            <a:r>
              <a:rPr lang="en-US" sz="5600" b="1">
                <a:ea typeface="+mj-lt"/>
                <a:cs typeface="+mj-lt"/>
              </a:rPr>
              <a:t>Bike Sharing Demand Analysis Using Excel</a:t>
            </a:r>
            <a:endParaRPr lang="en-US" sz="560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638881" y="5660607"/>
            <a:ext cx="10909643" cy="552659"/>
          </a:xfr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en-US" dirty="0">
                <a:ea typeface="+mn-lt"/>
                <a:cs typeface="+mn-lt"/>
              </a:rPr>
              <a:t>Analysis of Bike Rental Patterns Using Weather, Time &amp; User Data</a:t>
            </a:r>
            <a:endParaRPr lang="en-US" dirty="0"/>
          </a:p>
          <a:p>
            <a:endParaRPr lang="en-US" dirty="0"/>
          </a:p>
        </p:txBody>
      </p:sp>
      <p:pic>
        <p:nvPicPr>
          <p:cNvPr id="6" name="Picture 5" descr="A close-up of a logo&#10;&#10;AI-generated content may be incorrect.">
            <a:extLst>
              <a:ext uri="{FF2B5EF4-FFF2-40B4-BE49-F238E27FC236}">
                <a16:creationId xmlns:a16="http://schemas.microsoft.com/office/drawing/2014/main" id="{5DFC8602-A6A0-59BC-4AEA-7FF7EBBF7F0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73908" y="621091"/>
            <a:ext cx="6439588" cy="2683161"/>
          </a:xfrm>
          <a:prstGeom prst="rect">
            <a:avLst/>
          </a:prstGeom>
        </p:spPr>
      </p:pic>
      <p:sp>
        <p:nvSpPr>
          <p:cNvPr id="13" name="sketch line">
            <a:extLst>
              <a:ext uri="{FF2B5EF4-FFF2-40B4-BE49-F238E27FC236}">
                <a16:creationId xmlns:a16="http://schemas.microsoft.com/office/drawing/2014/main" id="{E6C0DD6B-6AA3-448F-9B99-8386295BC1B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807702" y="5509052"/>
            <a:ext cx="4572000" cy="18288"/>
          </a:xfrm>
          <a:custGeom>
            <a:avLst/>
            <a:gdLst>
              <a:gd name="csX0" fmla="*/ 0 w 4572000"/>
              <a:gd name="csY0" fmla="*/ 0 h 18288"/>
              <a:gd name="csX1" fmla="*/ 515983 w 4572000"/>
              <a:gd name="csY1" fmla="*/ 0 h 18288"/>
              <a:gd name="csX2" fmla="*/ 1031966 w 4572000"/>
              <a:gd name="csY2" fmla="*/ 0 h 18288"/>
              <a:gd name="csX3" fmla="*/ 1639389 w 4572000"/>
              <a:gd name="csY3" fmla="*/ 0 h 18288"/>
              <a:gd name="csX4" fmla="*/ 2383971 w 4572000"/>
              <a:gd name="csY4" fmla="*/ 0 h 18288"/>
              <a:gd name="csX5" fmla="*/ 2945674 w 4572000"/>
              <a:gd name="csY5" fmla="*/ 0 h 18288"/>
              <a:gd name="csX6" fmla="*/ 3507377 w 4572000"/>
              <a:gd name="csY6" fmla="*/ 0 h 18288"/>
              <a:gd name="csX7" fmla="*/ 4572000 w 4572000"/>
              <a:gd name="csY7" fmla="*/ 0 h 18288"/>
              <a:gd name="csX8" fmla="*/ 4572000 w 4572000"/>
              <a:gd name="csY8" fmla="*/ 18288 h 18288"/>
              <a:gd name="csX9" fmla="*/ 3873137 w 4572000"/>
              <a:gd name="csY9" fmla="*/ 18288 h 18288"/>
              <a:gd name="csX10" fmla="*/ 3311434 w 4572000"/>
              <a:gd name="csY10" fmla="*/ 18288 h 18288"/>
              <a:gd name="csX11" fmla="*/ 2749731 w 4572000"/>
              <a:gd name="csY11" fmla="*/ 18288 h 18288"/>
              <a:gd name="csX12" fmla="*/ 2050869 w 4572000"/>
              <a:gd name="csY12" fmla="*/ 18288 h 18288"/>
              <a:gd name="csX13" fmla="*/ 1306286 w 4572000"/>
              <a:gd name="csY13" fmla="*/ 18288 h 18288"/>
              <a:gd name="csX14" fmla="*/ 790303 w 4572000"/>
              <a:gd name="csY14" fmla="*/ 18288 h 18288"/>
              <a:gd name="csX15" fmla="*/ 0 w 4572000"/>
              <a:gd name="csY15" fmla="*/ 18288 h 18288"/>
              <a:gd name="csX16" fmla="*/ 0 w 4572000"/>
              <a:gd name="csY16" fmla="*/ 0 h 18288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</a:cxnLst>
            <a:rect l="l" t="t" r="r" b="b"/>
            <a:pathLst>
              <a:path w="4572000" h="18288" fill="none" extrusionOk="0">
                <a:moveTo>
                  <a:pt x="0" y="0"/>
                </a:moveTo>
                <a:cubicBezTo>
                  <a:pt x="105156" y="-20963"/>
                  <a:pt x="340432" y="822"/>
                  <a:pt x="515983" y="0"/>
                </a:cubicBezTo>
                <a:cubicBezTo>
                  <a:pt x="691534" y="-822"/>
                  <a:pt x="850679" y="16479"/>
                  <a:pt x="1031966" y="0"/>
                </a:cubicBezTo>
                <a:cubicBezTo>
                  <a:pt x="1213253" y="-16479"/>
                  <a:pt x="1443646" y="-18730"/>
                  <a:pt x="1639389" y="0"/>
                </a:cubicBezTo>
                <a:cubicBezTo>
                  <a:pt x="1835132" y="18730"/>
                  <a:pt x="2159975" y="18531"/>
                  <a:pt x="2383971" y="0"/>
                </a:cubicBezTo>
                <a:cubicBezTo>
                  <a:pt x="2607967" y="-18531"/>
                  <a:pt x="2719096" y="-12030"/>
                  <a:pt x="2945674" y="0"/>
                </a:cubicBezTo>
                <a:cubicBezTo>
                  <a:pt x="3172252" y="12030"/>
                  <a:pt x="3269167" y="27666"/>
                  <a:pt x="3507377" y="0"/>
                </a:cubicBezTo>
                <a:cubicBezTo>
                  <a:pt x="3745587" y="-27666"/>
                  <a:pt x="4116741" y="18705"/>
                  <a:pt x="4572000" y="0"/>
                </a:cubicBezTo>
                <a:cubicBezTo>
                  <a:pt x="4572895" y="8974"/>
                  <a:pt x="4571454" y="9359"/>
                  <a:pt x="4572000" y="18288"/>
                </a:cubicBezTo>
                <a:cubicBezTo>
                  <a:pt x="4374698" y="3942"/>
                  <a:pt x="4098874" y="-11042"/>
                  <a:pt x="3873137" y="18288"/>
                </a:cubicBezTo>
                <a:cubicBezTo>
                  <a:pt x="3647400" y="47618"/>
                  <a:pt x="3517055" y="5421"/>
                  <a:pt x="3311434" y="18288"/>
                </a:cubicBezTo>
                <a:cubicBezTo>
                  <a:pt x="3105813" y="31155"/>
                  <a:pt x="3025168" y="17856"/>
                  <a:pt x="2749731" y="18288"/>
                </a:cubicBezTo>
                <a:cubicBezTo>
                  <a:pt x="2474294" y="18720"/>
                  <a:pt x="2291766" y="-14168"/>
                  <a:pt x="2050869" y="18288"/>
                </a:cubicBezTo>
                <a:cubicBezTo>
                  <a:pt x="1809972" y="50744"/>
                  <a:pt x="1540276" y="46798"/>
                  <a:pt x="1306286" y="18288"/>
                </a:cubicBezTo>
                <a:cubicBezTo>
                  <a:pt x="1072296" y="-10222"/>
                  <a:pt x="972445" y="19645"/>
                  <a:pt x="790303" y="18288"/>
                </a:cubicBezTo>
                <a:cubicBezTo>
                  <a:pt x="608161" y="16931"/>
                  <a:pt x="200981" y="8241"/>
                  <a:pt x="0" y="18288"/>
                </a:cubicBezTo>
                <a:cubicBezTo>
                  <a:pt x="-229" y="14222"/>
                  <a:pt x="509" y="5816"/>
                  <a:pt x="0" y="0"/>
                </a:cubicBezTo>
                <a:close/>
              </a:path>
              <a:path w="4572000" h="18288" stroke="0" extrusionOk="0">
                <a:moveTo>
                  <a:pt x="0" y="0"/>
                </a:moveTo>
                <a:cubicBezTo>
                  <a:pt x="143285" y="-9565"/>
                  <a:pt x="327959" y="-11498"/>
                  <a:pt x="561703" y="0"/>
                </a:cubicBezTo>
                <a:cubicBezTo>
                  <a:pt x="795447" y="11498"/>
                  <a:pt x="838260" y="18255"/>
                  <a:pt x="1077686" y="0"/>
                </a:cubicBezTo>
                <a:cubicBezTo>
                  <a:pt x="1317112" y="-18255"/>
                  <a:pt x="1437472" y="23514"/>
                  <a:pt x="1639389" y="0"/>
                </a:cubicBezTo>
                <a:cubicBezTo>
                  <a:pt x="1841306" y="-23514"/>
                  <a:pt x="2037142" y="-12551"/>
                  <a:pt x="2292531" y="0"/>
                </a:cubicBezTo>
                <a:cubicBezTo>
                  <a:pt x="2547920" y="12551"/>
                  <a:pt x="2810436" y="-20352"/>
                  <a:pt x="2991394" y="0"/>
                </a:cubicBezTo>
                <a:cubicBezTo>
                  <a:pt x="3172352" y="20352"/>
                  <a:pt x="3530025" y="-13347"/>
                  <a:pt x="3735977" y="0"/>
                </a:cubicBezTo>
                <a:cubicBezTo>
                  <a:pt x="3941929" y="13347"/>
                  <a:pt x="4161497" y="34086"/>
                  <a:pt x="4572000" y="0"/>
                </a:cubicBezTo>
                <a:cubicBezTo>
                  <a:pt x="4571545" y="6162"/>
                  <a:pt x="4571903" y="11775"/>
                  <a:pt x="4572000" y="18288"/>
                </a:cubicBezTo>
                <a:cubicBezTo>
                  <a:pt x="4228040" y="36490"/>
                  <a:pt x="4199736" y="42557"/>
                  <a:pt x="3873137" y="18288"/>
                </a:cubicBezTo>
                <a:cubicBezTo>
                  <a:pt x="3546538" y="-5981"/>
                  <a:pt x="3472124" y="16809"/>
                  <a:pt x="3128554" y="18288"/>
                </a:cubicBezTo>
                <a:cubicBezTo>
                  <a:pt x="2784984" y="19767"/>
                  <a:pt x="2735896" y="-17781"/>
                  <a:pt x="2383971" y="18288"/>
                </a:cubicBezTo>
                <a:cubicBezTo>
                  <a:pt x="2032046" y="54357"/>
                  <a:pt x="2019324" y="2920"/>
                  <a:pt x="1867989" y="18288"/>
                </a:cubicBezTo>
                <a:cubicBezTo>
                  <a:pt x="1716654" y="33656"/>
                  <a:pt x="1418675" y="32575"/>
                  <a:pt x="1169126" y="18288"/>
                </a:cubicBezTo>
                <a:cubicBezTo>
                  <a:pt x="919577" y="4001"/>
                  <a:pt x="798537" y="16165"/>
                  <a:pt x="561703" y="18288"/>
                </a:cubicBezTo>
                <a:cubicBezTo>
                  <a:pt x="324869" y="20411"/>
                  <a:pt x="221395" y="-912"/>
                  <a:pt x="0" y="18288"/>
                </a:cubicBezTo>
                <a:cubicBezTo>
                  <a:pt x="766" y="10800"/>
                  <a:pt x="-457" y="8180"/>
                  <a:pt x="0" y="0"/>
                </a:cubicBezTo>
                <a:close/>
              </a:path>
            </a:pathLst>
          </a:custGeom>
          <a:solidFill>
            <a:schemeClr val="accent2"/>
          </a:solidFill>
          <a:ln w="41275" cap="rnd">
            <a:solidFill>
              <a:schemeClr val="accent2"/>
            </a:solidFill>
            <a:round/>
            <a:extLst>
              <a:ext uri="{C807C97D-BFC1-408E-A445-0C87EB9F89A2}">
                <ask:lineSketchStyleProps xmlns:ask="http://schemas.microsoft.com/office/drawing/2018/sketchyshapes" sd="2727557108">
                  <a:prstGeom prst="rect">
                    <a:avLst/>
                  </a:prstGeom>
                  <ask:type>
                    <ask:lineSketchFreehand/>
                  </ask:type>
                </ask:lineSketchStyleProps>
              </a:ext>
            </a:extLst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985722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34" name="Rectangle 33">
            <a:extLst>
              <a:ext uri="{FF2B5EF4-FFF2-40B4-BE49-F238E27FC236}">
                <a16:creationId xmlns:a16="http://schemas.microsoft.com/office/drawing/2014/main" id="{BACC6370-2D7E-4714-9D71-7542949D7D5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5" name="Rectangle 34">
            <a:extLst>
              <a:ext uri="{FF2B5EF4-FFF2-40B4-BE49-F238E27FC236}">
                <a16:creationId xmlns:a16="http://schemas.microsoft.com/office/drawing/2014/main" id="{F68B3F68-107C-434F-AA38-110D5EA91B8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2" y="0"/>
            <a:ext cx="12191998" cy="2170031"/>
          </a:xfrm>
          <a:prstGeom prst="rect">
            <a:avLst/>
          </a:prstGeom>
          <a:gradFill>
            <a:gsLst>
              <a:gs pos="0">
                <a:srgbClr val="000000">
                  <a:alpha val="96000"/>
                </a:srgbClr>
              </a:gs>
              <a:gs pos="100000">
                <a:schemeClr val="accent1">
                  <a:lumMod val="75000"/>
                </a:schemeClr>
              </a:gs>
            </a:gsLst>
            <a:lin ang="19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AAD0DBB9-1A4B-4391-81D4-CB19F9AB918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8082819" y="0"/>
            <a:ext cx="4097211" cy="2170661"/>
          </a:xfrm>
          <a:prstGeom prst="rect">
            <a:avLst/>
          </a:prstGeom>
          <a:gradFill>
            <a:gsLst>
              <a:gs pos="19000">
                <a:schemeClr val="accent1">
                  <a:lumMod val="50000"/>
                  <a:alpha val="68000"/>
                </a:schemeClr>
              </a:gs>
              <a:gs pos="100000">
                <a:schemeClr val="accent1">
                  <a:alpha val="48000"/>
                </a:schemeClr>
              </a:gs>
            </a:gsLst>
            <a:lin ang="19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063BBA22-50EA-4C4D-BE05-F1CE4E63AA5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6200000" flipH="1">
            <a:off x="5010646" y="-5010043"/>
            <a:ext cx="2170709" cy="12192000"/>
          </a:xfrm>
          <a:prstGeom prst="rect">
            <a:avLst/>
          </a:prstGeom>
          <a:gradFill>
            <a:gsLst>
              <a:gs pos="23000">
                <a:schemeClr val="accent1">
                  <a:lumMod val="75000"/>
                  <a:alpha val="16000"/>
                </a:schemeClr>
              </a:gs>
              <a:gs pos="99000">
                <a:srgbClr val="000000">
                  <a:alpha val="45000"/>
                </a:srgbClr>
              </a:gs>
            </a:gsLst>
            <a:lin ang="210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EC72B9A2-8757-D19A-D08F-24BFAAD074C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83564" y="348865"/>
            <a:ext cx="9718111" cy="1576446"/>
          </a:xfrm>
        </p:spPr>
        <p:txBody>
          <a:bodyPr anchor="ctr">
            <a:normAutofit/>
          </a:bodyPr>
          <a:lstStyle/>
          <a:p>
            <a:r>
              <a:rPr lang="en-US" sz="4000">
                <a:solidFill>
                  <a:srgbClr val="FFFFFF"/>
                </a:solidFill>
                <a:ea typeface="+mj-lt"/>
                <a:cs typeface="+mj-lt"/>
              </a:rPr>
              <a:t>Problem Statement</a:t>
            </a:r>
            <a:endParaRPr lang="en-US" sz="4000">
              <a:solidFill>
                <a:srgbClr val="FFFFFF"/>
              </a:solidFill>
            </a:endParaRPr>
          </a:p>
        </p:txBody>
      </p:sp>
      <p:graphicFrame>
        <p:nvGraphicFramePr>
          <p:cNvPr id="36" name="Content Placeholder 2">
            <a:extLst>
              <a:ext uri="{FF2B5EF4-FFF2-40B4-BE49-F238E27FC236}">
                <a16:creationId xmlns:a16="http://schemas.microsoft.com/office/drawing/2014/main" id="{FB96ED69-D04D-EB24-81FA-95487BC49AC2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2805716912"/>
              </p:ext>
            </p:extLst>
          </p:nvPr>
        </p:nvGraphicFramePr>
        <p:xfrm>
          <a:off x="644056" y="2615979"/>
          <a:ext cx="10927829" cy="3689405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270936520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9" name="Rectangle 8">
            <a:extLst>
              <a:ext uri="{FF2B5EF4-FFF2-40B4-BE49-F238E27FC236}">
                <a16:creationId xmlns:a16="http://schemas.microsoft.com/office/drawing/2014/main" id="{BACC6370-2D7E-4714-9D71-7542949D7D5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256B2C21-A230-48C0-8DF1-C46611373C4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 flipH="1">
            <a:off x="-1410084" y="1410082"/>
            <a:ext cx="6858000" cy="4037836"/>
          </a:xfrm>
          <a:prstGeom prst="rect">
            <a:avLst/>
          </a:prstGeom>
          <a:gradFill>
            <a:gsLst>
              <a:gs pos="8000">
                <a:srgbClr val="000000"/>
              </a:gs>
              <a:gs pos="100000">
                <a:schemeClr val="accent1">
                  <a:lumMod val="75000"/>
                </a:schemeClr>
              </a:gs>
            </a:gsLst>
            <a:lin ang="30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3847E18C-932D-4C95-AABA-FEC7C9499AD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 flipH="1">
            <a:off x="-1410085" y="1420219"/>
            <a:ext cx="6857999" cy="4037839"/>
          </a:xfrm>
          <a:prstGeom prst="rect">
            <a:avLst/>
          </a:prstGeom>
          <a:gradFill>
            <a:gsLst>
              <a:gs pos="0">
                <a:srgbClr val="000000">
                  <a:alpha val="0"/>
                </a:srgbClr>
              </a:gs>
              <a:gs pos="99000">
                <a:schemeClr val="accent1">
                  <a:alpha val="46000"/>
                </a:schemeClr>
              </a:gs>
            </a:gsLst>
            <a:lin ang="1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3150CB11-0C61-439E-910F-5787759E72A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 flipH="1">
            <a:off x="767923" y="3588085"/>
            <a:ext cx="2501979" cy="4037841"/>
          </a:xfrm>
          <a:prstGeom prst="rect">
            <a:avLst/>
          </a:prstGeom>
          <a:gradFill>
            <a:gsLst>
              <a:gs pos="2000">
                <a:schemeClr val="accent1">
                  <a:alpha val="29000"/>
                </a:schemeClr>
              </a:gs>
              <a:gs pos="100000">
                <a:srgbClr val="000000">
                  <a:alpha val="30000"/>
                </a:srgbClr>
              </a:gs>
            </a:gsLst>
            <a:lin ang="7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7" name="Freeform: Shape 16">
            <a:extLst>
              <a:ext uri="{FF2B5EF4-FFF2-40B4-BE49-F238E27FC236}">
                <a16:creationId xmlns:a16="http://schemas.microsoft.com/office/drawing/2014/main" id="{43F8A58B-5155-44CE-A5FF-7647B47D0A7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20635413">
            <a:off x="-501737" y="969718"/>
            <a:ext cx="3900357" cy="4178958"/>
          </a:xfrm>
          <a:custGeom>
            <a:avLst/>
            <a:gdLst>
              <a:gd name="connsiteX0" fmla="*/ 2432225 w 3900357"/>
              <a:gd name="connsiteY0" fmla="*/ 93939 h 4178958"/>
              <a:gd name="connsiteX1" fmla="*/ 3900357 w 3900357"/>
              <a:gd name="connsiteY1" fmla="*/ 2089479 h 4178958"/>
              <a:gd name="connsiteX2" fmla="*/ 1810878 w 3900357"/>
              <a:gd name="connsiteY2" fmla="*/ 4178958 h 4178958"/>
              <a:gd name="connsiteX3" fmla="*/ 78249 w 3900357"/>
              <a:gd name="connsiteY3" fmla="*/ 3257727 h 4178958"/>
              <a:gd name="connsiteX4" fmla="*/ 0 w 3900357"/>
              <a:gd name="connsiteY4" fmla="*/ 3128923 h 4178958"/>
              <a:gd name="connsiteX5" fmla="*/ 831324 w 3900357"/>
              <a:gd name="connsiteY5" fmla="*/ 244281 h 4178958"/>
              <a:gd name="connsiteX6" fmla="*/ 997559 w 3900357"/>
              <a:gd name="connsiteY6" fmla="*/ 164202 h 4178958"/>
              <a:gd name="connsiteX7" fmla="*/ 1810878 w 3900357"/>
              <a:gd name="connsiteY7" fmla="*/ 0 h 4178958"/>
              <a:gd name="connsiteX8" fmla="*/ 2432225 w 3900357"/>
              <a:gd name="connsiteY8" fmla="*/ 93939 h 417895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3900357" h="4178958">
                <a:moveTo>
                  <a:pt x="2432225" y="93939"/>
                </a:moveTo>
                <a:cubicBezTo>
                  <a:pt x="3282786" y="358491"/>
                  <a:pt x="3900357" y="1151865"/>
                  <a:pt x="3900357" y="2089479"/>
                </a:cubicBezTo>
                <a:cubicBezTo>
                  <a:pt x="3900357" y="3243466"/>
                  <a:pt x="2964865" y="4178958"/>
                  <a:pt x="1810878" y="4178958"/>
                </a:cubicBezTo>
                <a:cubicBezTo>
                  <a:pt x="1089636" y="4178958"/>
                  <a:pt x="453744" y="3813531"/>
                  <a:pt x="78249" y="3257727"/>
                </a:cubicBezTo>
                <a:lnTo>
                  <a:pt x="0" y="3128923"/>
                </a:lnTo>
                <a:lnTo>
                  <a:pt x="831324" y="244281"/>
                </a:lnTo>
                <a:lnTo>
                  <a:pt x="997559" y="164202"/>
                </a:lnTo>
                <a:cubicBezTo>
                  <a:pt x="1247540" y="58468"/>
                  <a:pt x="1522381" y="0"/>
                  <a:pt x="1810878" y="0"/>
                </a:cubicBezTo>
                <a:cubicBezTo>
                  <a:pt x="2027251" y="0"/>
                  <a:pt x="2235942" y="32888"/>
                  <a:pt x="2432225" y="93939"/>
                </a:cubicBezTo>
                <a:close/>
              </a:path>
            </a:pathLst>
          </a:custGeom>
          <a:gradFill>
            <a:gsLst>
              <a:gs pos="29000">
                <a:srgbClr val="000000">
                  <a:alpha val="0"/>
                </a:srgbClr>
              </a:gs>
              <a:gs pos="100000">
                <a:schemeClr val="accent1">
                  <a:alpha val="43000"/>
                </a:schemeClr>
              </a:gs>
            </a:gsLst>
            <a:lin ang="1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dirty="0"/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443F2ACA-E6D6-4028-82DD-F03C262D5DE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 flipH="1">
            <a:off x="-1410095" y="1410079"/>
            <a:ext cx="6858003" cy="4037835"/>
          </a:xfrm>
          <a:prstGeom prst="rect">
            <a:avLst/>
          </a:prstGeom>
          <a:gradFill>
            <a:gsLst>
              <a:gs pos="0">
                <a:srgbClr val="000000">
                  <a:alpha val="0"/>
                </a:srgbClr>
              </a:gs>
              <a:gs pos="99000">
                <a:schemeClr val="accent1">
                  <a:lumMod val="60000"/>
                  <a:lumOff val="40000"/>
                  <a:alpha val="11000"/>
                </a:schemeClr>
              </a:gs>
            </a:gsLst>
            <a:lin ang="7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0A826FAD-E1B4-7C12-1B86-A5C343BB426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86478" y="1683756"/>
            <a:ext cx="3115265" cy="2396359"/>
          </a:xfrm>
        </p:spPr>
        <p:txBody>
          <a:bodyPr anchor="b">
            <a:normAutofit/>
          </a:bodyPr>
          <a:lstStyle/>
          <a:p>
            <a:pPr algn="r"/>
            <a:r>
              <a:rPr lang="en-US" sz="4000">
                <a:solidFill>
                  <a:srgbClr val="FFFFFF"/>
                </a:solidFill>
                <a:ea typeface="+mj-lt"/>
                <a:cs typeface="+mj-lt"/>
              </a:rPr>
              <a:t>Dataset &amp; Scope of Analysis</a:t>
            </a:r>
            <a:endParaRPr lang="en-US" sz="4000">
              <a:solidFill>
                <a:srgbClr val="FFFFFF"/>
              </a:solidFill>
            </a:endParaRPr>
          </a:p>
        </p:txBody>
      </p:sp>
      <p:graphicFrame>
        <p:nvGraphicFramePr>
          <p:cNvPr id="5" name="Content Placeholder 2">
            <a:extLst>
              <a:ext uri="{FF2B5EF4-FFF2-40B4-BE49-F238E27FC236}">
                <a16:creationId xmlns:a16="http://schemas.microsoft.com/office/drawing/2014/main" id="{97A11779-406C-7FDE-870C-3C071C5F45B1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3719420915"/>
              </p:ext>
            </p:extLst>
          </p:nvPr>
        </p:nvGraphicFramePr>
        <p:xfrm>
          <a:off x="4905052" y="750440"/>
          <a:ext cx="6666833" cy="5453920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224556506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9" name="Rectangle 8">
            <a:extLst>
              <a:ext uri="{FF2B5EF4-FFF2-40B4-BE49-F238E27FC236}">
                <a16:creationId xmlns:a16="http://schemas.microsoft.com/office/drawing/2014/main" id="{BACC6370-2D7E-4714-9D71-7542949D7D5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256B2C21-A230-48C0-8DF1-C46611373C4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 flipH="1">
            <a:off x="-1410084" y="1410082"/>
            <a:ext cx="6858000" cy="4037836"/>
          </a:xfrm>
          <a:prstGeom prst="rect">
            <a:avLst/>
          </a:prstGeom>
          <a:gradFill>
            <a:gsLst>
              <a:gs pos="8000">
                <a:srgbClr val="000000"/>
              </a:gs>
              <a:gs pos="100000">
                <a:schemeClr val="accent1">
                  <a:lumMod val="75000"/>
                </a:schemeClr>
              </a:gs>
            </a:gsLst>
            <a:lin ang="30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3847E18C-932D-4C95-AABA-FEC7C9499AD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 flipH="1">
            <a:off x="-1410085" y="1420219"/>
            <a:ext cx="6857999" cy="4037839"/>
          </a:xfrm>
          <a:prstGeom prst="rect">
            <a:avLst/>
          </a:prstGeom>
          <a:gradFill>
            <a:gsLst>
              <a:gs pos="0">
                <a:srgbClr val="000000">
                  <a:alpha val="0"/>
                </a:srgbClr>
              </a:gs>
              <a:gs pos="99000">
                <a:schemeClr val="accent1">
                  <a:alpha val="46000"/>
                </a:schemeClr>
              </a:gs>
            </a:gsLst>
            <a:lin ang="1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3150CB11-0C61-439E-910F-5787759E72A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 flipH="1">
            <a:off x="767923" y="3588085"/>
            <a:ext cx="2501979" cy="4037841"/>
          </a:xfrm>
          <a:prstGeom prst="rect">
            <a:avLst/>
          </a:prstGeom>
          <a:gradFill>
            <a:gsLst>
              <a:gs pos="2000">
                <a:schemeClr val="accent1">
                  <a:alpha val="29000"/>
                </a:schemeClr>
              </a:gs>
              <a:gs pos="100000">
                <a:srgbClr val="000000">
                  <a:alpha val="30000"/>
                </a:srgbClr>
              </a:gs>
            </a:gsLst>
            <a:lin ang="7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7" name="Freeform: Shape 16">
            <a:extLst>
              <a:ext uri="{FF2B5EF4-FFF2-40B4-BE49-F238E27FC236}">
                <a16:creationId xmlns:a16="http://schemas.microsoft.com/office/drawing/2014/main" id="{43F8A58B-5155-44CE-A5FF-7647B47D0A7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20635413">
            <a:off x="-501737" y="969718"/>
            <a:ext cx="3900357" cy="4178958"/>
          </a:xfrm>
          <a:custGeom>
            <a:avLst/>
            <a:gdLst>
              <a:gd name="connsiteX0" fmla="*/ 2432225 w 3900357"/>
              <a:gd name="connsiteY0" fmla="*/ 93939 h 4178958"/>
              <a:gd name="connsiteX1" fmla="*/ 3900357 w 3900357"/>
              <a:gd name="connsiteY1" fmla="*/ 2089479 h 4178958"/>
              <a:gd name="connsiteX2" fmla="*/ 1810878 w 3900357"/>
              <a:gd name="connsiteY2" fmla="*/ 4178958 h 4178958"/>
              <a:gd name="connsiteX3" fmla="*/ 78249 w 3900357"/>
              <a:gd name="connsiteY3" fmla="*/ 3257727 h 4178958"/>
              <a:gd name="connsiteX4" fmla="*/ 0 w 3900357"/>
              <a:gd name="connsiteY4" fmla="*/ 3128923 h 4178958"/>
              <a:gd name="connsiteX5" fmla="*/ 831324 w 3900357"/>
              <a:gd name="connsiteY5" fmla="*/ 244281 h 4178958"/>
              <a:gd name="connsiteX6" fmla="*/ 997559 w 3900357"/>
              <a:gd name="connsiteY6" fmla="*/ 164202 h 4178958"/>
              <a:gd name="connsiteX7" fmla="*/ 1810878 w 3900357"/>
              <a:gd name="connsiteY7" fmla="*/ 0 h 4178958"/>
              <a:gd name="connsiteX8" fmla="*/ 2432225 w 3900357"/>
              <a:gd name="connsiteY8" fmla="*/ 93939 h 417895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3900357" h="4178958">
                <a:moveTo>
                  <a:pt x="2432225" y="93939"/>
                </a:moveTo>
                <a:cubicBezTo>
                  <a:pt x="3282786" y="358491"/>
                  <a:pt x="3900357" y="1151865"/>
                  <a:pt x="3900357" y="2089479"/>
                </a:cubicBezTo>
                <a:cubicBezTo>
                  <a:pt x="3900357" y="3243466"/>
                  <a:pt x="2964865" y="4178958"/>
                  <a:pt x="1810878" y="4178958"/>
                </a:cubicBezTo>
                <a:cubicBezTo>
                  <a:pt x="1089636" y="4178958"/>
                  <a:pt x="453744" y="3813531"/>
                  <a:pt x="78249" y="3257727"/>
                </a:cubicBezTo>
                <a:lnTo>
                  <a:pt x="0" y="3128923"/>
                </a:lnTo>
                <a:lnTo>
                  <a:pt x="831324" y="244281"/>
                </a:lnTo>
                <a:lnTo>
                  <a:pt x="997559" y="164202"/>
                </a:lnTo>
                <a:cubicBezTo>
                  <a:pt x="1247540" y="58468"/>
                  <a:pt x="1522381" y="0"/>
                  <a:pt x="1810878" y="0"/>
                </a:cubicBezTo>
                <a:cubicBezTo>
                  <a:pt x="2027251" y="0"/>
                  <a:pt x="2235942" y="32888"/>
                  <a:pt x="2432225" y="93939"/>
                </a:cubicBezTo>
                <a:close/>
              </a:path>
            </a:pathLst>
          </a:custGeom>
          <a:gradFill>
            <a:gsLst>
              <a:gs pos="29000">
                <a:srgbClr val="000000">
                  <a:alpha val="0"/>
                </a:srgbClr>
              </a:gs>
              <a:gs pos="100000">
                <a:schemeClr val="accent1">
                  <a:alpha val="43000"/>
                </a:schemeClr>
              </a:gs>
            </a:gsLst>
            <a:lin ang="1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dirty="0"/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443F2ACA-E6D6-4028-82DD-F03C262D5DE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 flipH="1">
            <a:off x="-1410095" y="1410079"/>
            <a:ext cx="6858003" cy="4037835"/>
          </a:xfrm>
          <a:prstGeom prst="rect">
            <a:avLst/>
          </a:prstGeom>
          <a:gradFill>
            <a:gsLst>
              <a:gs pos="0">
                <a:srgbClr val="000000">
                  <a:alpha val="0"/>
                </a:srgbClr>
              </a:gs>
              <a:gs pos="99000">
                <a:schemeClr val="accent1">
                  <a:lumMod val="60000"/>
                  <a:lumOff val="40000"/>
                  <a:alpha val="11000"/>
                </a:schemeClr>
              </a:gs>
            </a:gsLst>
            <a:lin ang="7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1CA0E09B-02D4-487A-12F1-BCC2D1B7C74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86478" y="1683756"/>
            <a:ext cx="3115265" cy="2396359"/>
          </a:xfrm>
        </p:spPr>
        <p:txBody>
          <a:bodyPr anchor="b">
            <a:normAutofit/>
          </a:bodyPr>
          <a:lstStyle/>
          <a:p>
            <a:pPr algn="r"/>
            <a:r>
              <a:rPr lang="en-US" sz="4000">
                <a:solidFill>
                  <a:srgbClr val="FFFFFF"/>
                </a:solidFill>
                <a:ea typeface="+mj-lt"/>
                <a:cs typeface="+mj-lt"/>
              </a:rPr>
              <a:t>Data Preparation &amp; Feature Engineering</a:t>
            </a:r>
            <a:endParaRPr lang="en-US" sz="4000">
              <a:solidFill>
                <a:srgbClr val="FFFFFF"/>
              </a:solidFill>
            </a:endParaRPr>
          </a:p>
        </p:txBody>
      </p:sp>
      <p:graphicFrame>
        <p:nvGraphicFramePr>
          <p:cNvPr id="5" name="Content Placeholder 2">
            <a:extLst>
              <a:ext uri="{FF2B5EF4-FFF2-40B4-BE49-F238E27FC236}">
                <a16:creationId xmlns:a16="http://schemas.microsoft.com/office/drawing/2014/main" id="{90940AEB-9023-5809-17DC-DDE5C772BCB3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1840272556"/>
              </p:ext>
            </p:extLst>
          </p:nvPr>
        </p:nvGraphicFramePr>
        <p:xfrm>
          <a:off x="4905052" y="750440"/>
          <a:ext cx="6666833" cy="5453920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121497462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2" name="Rectangle 11">
            <a:extLst>
              <a:ext uri="{FF2B5EF4-FFF2-40B4-BE49-F238E27FC236}">
                <a16:creationId xmlns:a16="http://schemas.microsoft.com/office/drawing/2014/main" id="{BACC6370-2D7E-4714-9D71-7542949D7D5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256B2C21-A230-48C0-8DF1-C46611373C4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 flipH="1">
            <a:off x="-1410084" y="1410082"/>
            <a:ext cx="6858000" cy="4037836"/>
          </a:xfrm>
          <a:prstGeom prst="rect">
            <a:avLst/>
          </a:prstGeom>
          <a:gradFill>
            <a:gsLst>
              <a:gs pos="8000">
                <a:srgbClr val="000000"/>
              </a:gs>
              <a:gs pos="100000">
                <a:schemeClr val="accent1">
                  <a:lumMod val="75000"/>
                </a:schemeClr>
              </a:gs>
            </a:gsLst>
            <a:lin ang="30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3847E18C-932D-4C95-AABA-FEC7C9499AD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 flipH="1">
            <a:off x="-1410085" y="1420219"/>
            <a:ext cx="6857999" cy="4037839"/>
          </a:xfrm>
          <a:prstGeom prst="rect">
            <a:avLst/>
          </a:prstGeom>
          <a:gradFill>
            <a:gsLst>
              <a:gs pos="0">
                <a:srgbClr val="000000">
                  <a:alpha val="0"/>
                </a:srgbClr>
              </a:gs>
              <a:gs pos="99000">
                <a:schemeClr val="accent1">
                  <a:alpha val="46000"/>
                </a:schemeClr>
              </a:gs>
            </a:gsLst>
            <a:lin ang="1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3150CB11-0C61-439E-910F-5787759E72A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 flipH="1">
            <a:off x="767923" y="3588085"/>
            <a:ext cx="2501979" cy="4037841"/>
          </a:xfrm>
          <a:prstGeom prst="rect">
            <a:avLst/>
          </a:prstGeom>
          <a:gradFill>
            <a:gsLst>
              <a:gs pos="2000">
                <a:schemeClr val="accent1">
                  <a:alpha val="29000"/>
                </a:schemeClr>
              </a:gs>
              <a:gs pos="100000">
                <a:srgbClr val="000000">
                  <a:alpha val="30000"/>
                </a:srgbClr>
              </a:gs>
            </a:gsLst>
            <a:lin ang="7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7" name="Freeform: Shape 16">
            <a:extLst>
              <a:ext uri="{FF2B5EF4-FFF2-40B4-BE49-F238E27FC236}">
                <a16:creationId xmlns:a16="http://schemas.microsoft.com/office/drawing/2014/main" id="{43F8A58B-5155-44CE-A5FF-7647B47D0A7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20635413">
            <a:off x="-501737" y="969718"/>
            <a:ext cx="3900357" cy="4178958"/>
          </a:xfrm>
          <a:custGeom>
            <a:avLst/>
            <a:gdLst>
              <a:gd name="connsiteX0" fmla="*/ 2432225 w 3900357"/>
              <a:gd name="connsiteY0" fmla="*/ 93939 h 4178958"/>
              <a:gd name="connsiteX1" fmla="*/ 3900357 w 3900357"/>
              <a:gd name="connsiteY1" fmla="*/ 2089479 h 4178958"/>
              <a:gd name="connsiteX2" fmla="*/ 1810878 w 3900357"/>
              <a:gd name="connsiteY2" fmla="*/ 4178958 h 4178958"/>
              <a:gd name="connsiteX3" fmla="*/ 78249 w 3900357"/>
              <a:gd name="connsiteY3" fmla="*/ 3257727 h 4178958"/>
              <a:gd name="connsiteX4" fmla="*/ 0 w 3900357"/>
              <a:gd name="connsiteY4" fmla="*/ 3128923 h 4178958"/>
              <a:gd name="connsiteX5" fmla="*/ 831324 w 3900357"/>
              <a:gd name="connsiteY5" fmla="*/ 244281 h 4178958"/>
              <a:gd name="connsiteX6" fmla="*/ 997559 w 3900357"/>
              <a:gd name="connsiteY6" fmla="*/ 164202 h 4178958"/>
              <a:gd name="connsiteX7" fmla="*/ 1810878 w 3900357"/>
              <a:gd name="connsiteY7" fmla="*/ 0 h 4178958"/>
              <a:gd name="connsiteX8" fmla="*/ 2432225 w 3900357"/>
              <a:gd name="connsiteY8" fmla="*/ 93939 h 417895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3900357" h="4178958">
                <a:moveTo>
                  <a:pt x="2432225" y="93939"/>
                </a:moveTo>
                <a:cubicBezTo>
                  <a:pt x="3282786" y="358491"/>
                  <a:pt x="3900357" y="1151865"/>
                  <a:pt x="3900357" y="2089479"/>
                </a:cubicBezTo>
                <a:cubicBezTo>
                  <a:pt x="3900357" y="3243466"/>
                  <a:pt x="2964865" y="4178958"/>
                  <a:pt x="1810878" y="4178958"/>
                </a:cubicBezTo>
                <a:cubicBezTo>
                  <a:pt x="1089636" y="4178958"/>
                  <a:pt x="453744" y="3813531"/>
                  <a:pt x="78249" y="3257727"/>
                </a:cubicBezTo>
                <a:lnTo>
                  <a:pt x="0" y="3128923"/>
                </a:lnTo>
                <a:lnTo>
                  <a:pt x="831324" y="244281"/>
                </a:lnTo>
                <a:lnTo>
                  <a:pt x="997559" y="164202"/>
                </a:lnTo>
                <a:cubicBezTo>
                  <a:pt x="1247540" y="58468"/>
                  <a:pt x="1522381" y="0"/>
                  <a:pt x="1810878" y="0"/>
                </a:cubicBezTo>
                <a:cubicBezTo>
                  <a:pt x="2027251" y="0"/>
                  <a:pt x="2235942" y="32888"/>
                  <a:pt x="2432225" y="93939"/>
                </a:cubicBezTo>
                <a:close/>
              </a:path>
            </a:pathLst>
          </a:custGeom>
          <a:gradFill>
            <a:gsLst>
              <a:gs pos="29000">
                <a:srgbClr val="000000">
                  <a:alpha val="0"/>
                </a:srgbClr>
              </a:gs>
              <a:gs pos="100000">
                <a:schemeClr val="accent1">
                  <a:alpha val="43000"/>
                </a:schemeClr>
              </a:gs>
            </a:gsLst>
            <a:lin ang="1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dirty="0"/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443F2ACA-E6D6-4028-82DD-F03C262D5DE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 flipH="1">
            <a:off x="-1410095" y="1410079"/>
            <a:ext cx="6858003" cy="4037835"/>
          </a:xfrm>
          <a:prstGeom prst="rect">
            <a:avLst/>
          </a:prstGeom>
          <a:gradFill>
            <a:gsLst>
              <a:gs pos="0">
                <a:srgbClr val="000000">
                  <a:alpha val="0"/>
                </a:srgbClr>
              </a:gs>
              <a:gs pos="99000">
                <a:schemeClr val="accent1">
                  <a:lumMod val="60000"/>
                  <a:lumOff val="40000"/>
                  <a:alpha val="11000"/>
                </a:schemeClr>
              </a:gs>
            </a:gsLst>
            <a:lin ang="7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9670EDC5-BC6B-6871-1FF4-6D93247EC57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86478" y="1683756"/>
            <a:ext cx="3115265" cy="2396359"/>
          </a:xfrm>
        </p:spPr>
        <p:txBody>
          <a:bodyPr anchor="b">
            <a:normAutofit/>
          </a:bodyPr>
          <a:lstStyle/>
          <a:p>
            <a:pPr algn="r"/>
            <a:r>
              <a:rPr lang="en-US" sz="3100">
                <a:solidFill>
                  <a:srgbClr val="FFFFFF"/>
                </a:solidFill>
                <a:ea typeface="+mj-lt"/>
                <a:cs typeface="+mj-lt"/>
              </a:rPr>
              <a:t>Data Visualization &amp; Business Intelligence Approach</a:t>
            </a:r>
          </a:p>
        </p:txBody>
      </p:sp>
      <p:graphicFrame>
        <p:nvGraphicFramePr>
          <p:cNvPr id="14" name="Content Placeholder 2">
            <a:extLst>
              <a:ext uri="{FF2B5EF4-FFF2-40B4-BE49-F238E27FC236}">
                <a16:creationId xmlns:a16="http://schemas.microsoft.com/office/drawing/2014/main" id="{48659FA3-49DD-1087-78A9-7E8D54B2C9B8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2718872439"/>
              </p:ext>
            </p:extLst>
          </p:nvPr>
        </p:nvGraphicFramePr>
        <p:xfrm>
          <a:off x="4905052" y="750440"/>
          <a:ext cx="6666833" cy="5453920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1727760156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9" name="Rectangle 8">
            <a:extLst>
              <a:ext uri="{FF2B5EF4-FFF2-40B4-BE49-F238E27FC236}">
                <a16:creationId xmlns:a16="http://schemas.microsoft.com/office/drawing/2014/main" id="{2B97F24A-32CE-4C1C-A50D-3016B394DCF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5A4A49D8-5BD6-D57D-0B6D-29C2CEBDE3B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30936" y="639520"/>
            <a:ext cx="3429000" cy="1719072"/>
          </a:xfrm>
        </p:spPr>
        <p:txBody>
          <a:bodyPr anchor="b">
            <a:normAutofit/>
          </a:bodyPr>
          <a:lstStyle/>
          <a:p>
            <a:r>
              <a:rPr lang="en-US" sz="4600">
                <a:ea typeface="+mj-lt"/>
                <a:cs typeface="+mj-lt"/>
              </a:rPr>
              <a:t>Bike Demand Pattern</a:t>
            </a:r>
            <a:endParaRPr lang="en-US" sz="4600"/>
          </a:p>
        </p:txBody>
      </p:sp>
      <p:sp>
        <p:nvSpPr>
          <p:cNvPr id="11" name="sketch line">
            <a:extLst>
              <a:ext uri="{FF2B5EF4-FFF2-40B4-BE49-F238E27FC236}">
                <a16:creationId xmlns:a16="http://schemas.microsoft.com/office/drawing/2014/main" id="{CD8B4F24-440B-49E9-B85D-733523DC064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643278" y="2573756"/>
            <a:ext cx="3255095" cy="18288"/>
          </a:xfrm>
          <a:custGeom>
            <a:avLst/>
            <a:gdLst>
              <a:gd name="csX0" fmla="*/ 0 w 3255095"/>
              <a:gd name="csY0" fmla="*/ 0 h 18288"/>
              <a:gd name="csX1" fmla="*/ 618468 w 3255095"/>
              <a:gd name="csY1" fmla="*/ 0 h 18288"/>
              <a:gd name="csX2" fmla="*/ 1269487 w 3255095"/>
              <a:gd name="csY2" fmla="*/ 0 h 18288"/>
              <a:gd name="csX3" fmla="*/ 1953057 w 3255095"/>
              <a:gd name="csY3" fmla="*/ 0 h 18288"/>
              <a:gd name="csX4" fmla="*/ 2636627 w 3255095"/>
              <a:gd name="csY4" fmla="*/ 0 h 18288"/>
              <a:gd name="csX5" fmla="*/ 3255095 w 3255095"/>
              <a:gd name="csY5" fmla="*/ 0 h 18288"/>
              <a:gd name="csX6" fmla="*/ 3255095 w 3255095"/>
              <a:gd name="csY6" fmla="*/ 18288 h 18288"/>
              <a:gd name="csX7" fmla="*/ 2538974 w 3255095"/>
              <a:gd name="csY7" fmla="*/ 18288 h 18288"/>
              <a:gd name="csX8" fmla="*/ 1822853 w 3255095"/>
              <a:gd name="csY8" fmla="*/ 18288 h 18288"/>
              <a:gd name="csX9" fmla="*/ 1171834 w 3255095"/>
              <a:gd name="csY9" fmla="*/ 18288 h 18288"/>
              <a:gd name="csX10" fmla="*/ 0 w 3255095"/>
              <a:gd name="csY10" fmla="*/ 18288 h 18288"/>
              <a:gd name="csX11" fmla="*/ 0 w 3255095"/>
              <a:gd name="csY11" fmla="*/ 0 h 18288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</a:cxnLst>
            <a:rect l="l" t="t" r="r" b="b"/>
            <a:pathLst>
              <a:path w="3255095" h="18288" fill="none" extrusionOk="0">
                <a:moveTo>
                  <a:pt x="0" y="0"/>
                </a:moveTo>
                <a:cubicBezTo>
                  <a:pt x="240201" y="-22123"/>
                  <a:pt x="462021" y="-19623"/>
                  <a:pt x="618468" y="0"/>
                </a:cubicBezTo>
                <a:cubicBezTo>
                  <a:pt x="774915" y="19623"/>
                  <a:pt x="974734" y="2035"/>
                  <a:pt x="1269487" y="0"/>
                </a:cubicBezTo>
                <a:cubicBezTo>
                  <a:pt x="1564240" y="-2035"/>
                  <a:pt x="1733579" y="10639"/>
                  <a:pt x="1953057" y="0"/>
                </a:cubicBezTo>
                <a:cubicBezTo>
                  <a:pt x="2172535" y="-10639"/>
                  <a:pt x="2453962" y="14018"/>
                  <a:pt x="2636627" y="0"/>
                </a:cubicBezTo>
                <a:cubicBezTo>
                  <a:pt x="2819292" y="-14018"/>
                  <a:pt x="3121375" y="5399"/>
                  <a:pt x="3255095" y="0"/>
                </a:cubicBezTo>
                <a:cubicBezTo>
                  <a:pt x="3254386" y="8157"/>
                  <a:pt x="3254682" y="12125"/>
                  <a:pt x="3255095" y="18288"/>
                </a:cubicBezTo>
                <a:cubicBezTo>
                  <a:pt x="3088545" y="23203"/>
                  <a:pt x="2687475" y="7419"/>
                  <a:pt x="2538974" y="18288"/>
                </a:cubicBezTo>
                <a:cubicBezTo>
                  <a:pt x="2390473" y="29157"/>
                  <a:pt x="2137381" y="-8959"/>
                  <a:pt x="1822853" y="18288"/>
                </a:cubicBezTo>
                <a:cubicBezTo>
                  <a:pt x="1508325" y="45535"/>
                  <a:pt x="1466437" y="20385"/>
                  <a:pt x="1171834" y="18288"/>
                </a:cubicBezTo>
                <a:cubicBezTo>
                  <a:pt x="877231" y="16191"/>
                  <a:pt x="561097" y="37643"/>
                  <a:pt x="0" y="18288"/>
                </a:cubicBezTo>
                <a:cubicBezTo>
                  <a:pt x="-46" y="12483"/>
                  <a:pt x="-203" y="6491"/>
                  <a:pt x="0" y="0"/>
                </a:cubicBezTo>
                <a:close/>
              </a:path>
              <a:path w="3255095" h="18288" stroke="0" extrusionOk="0">
                <a:moveTo>
                  <a:pt x="0" y="0"/>
                </a:moveTo>
                <a:cubicBezTo>
                  <a:pt x="291965" y="19429"/>
                  <a:pt x="363155" y="8568"/>
                  <a:pt x="618468" y="0"/>
                </a:cubicBezTo>
                <a:cubicBezTo>
                  <a:pt x="873781" y="-8568"/>
                  <a:pt x="904459" y="-19505"/>
                  <a:pt x="1171834" y="0"/>
                </a:cubicBezTo>
                <a:cubicBezTo>
                  <a:pt x="1439209" y="19505"/>
                  <a:pt x="1744369" y="9790"/>
                  <a:pt x="1887955" y="0"/>
                </a:cubicBezTo>
                <a:cubicBezTo>
                  <a:pt x="2031541" y="-9790"/>
                  <a:pt x="2346378" y="21240"/>
                  <a:pt x="2506423" y="0"/>
                </a:cubicBezTo>
                <a:cubicBezTo>
                  <a:pt x="2666468" y="-21240"/>
                  <a:pt x="2990257" y="30414"/>
                  <a:pt x="3255095" y="0"/>
                </a:cubicBezTo>
                <a:cubicBezTo>
                  <a:pt x="3254831" y="4493"/>
                  <a:pt x="3255479" y="9472"/>
                  <a:pt x="3255095" y="18288"/>
                </a:cubicBezTo>
                <a:cubicBezTo>
                  <a:pt x="3120743" y="16690"/>
                  <a:pt x="2759628" y="42462"/>
                  <a:pt x="2604076" y="18288"/>
                </a:cubicBezTo>
                <a:cubicBezTo>
                  <a:pt x="2448524" y="-5886"/>
                  <a:pt x="2184336" y="19599"/>
                  <a:pt x="1887955" y="18288"/>
                </a:cubicBezTo>
                <a:cubicBezTo>
                  <a:pt x="1591574" y="16977"/>
                  <a:pt x="1548845" y="6870"/>
                  <a:pt x="1334589" y="18288"/>
                </a:cubicBezTo>
                <a:cubicBezTo>
                  <a:pt x="1120333" y="29706"/>
                  <a:pt x="996014" y="9662"/>
                  <a:pt x="683570" y="18288"/>
                </a:cubicBezTo>
                <a:cubicBezTo>
                  <a:pt x="371126" y="26914"/>
                  <a:pt x="198687" y="16167"/>
                  <a:pt x="0" y="18288"/>
                </a:cubicBezTo>
                <a:cubicBezTo>
                  <a:pt x="843" y="9577"/>
                  <a:pt x="371" y="6900"/>
                  <a:pt x="0" y="0"/>
                </a:cubicBezTo>
                <a:close/>
              </a:path>
            </a:pathLst>
          </a:custGeom>
          <a:solidFill>
            <a:schemeClr val="accent2"/>
          </a:solidFill>
          <a:ln w="38100" cap="rnd">
            <a:solidFill>
              <a:schemeClr val="accent2"/>
            </a:solidFill>
            <a:round/>
            <a:extLst>
              <a:ext uri="{C807C97D-BFC1-408E-A445-0C87EB9F89A2}">
                <ask:lineSketchStyleProps xmlns:ask="http://schemas.microsoft.com/office/drawing/2018/sketchyshapes" sd="1219033472">
                  <a:prstGeom prst="rect">
                    <a:avLst/>
                  </a:prstGeom>
                  <ask:type>
                    <ask:lineSketchFreehand/>
                  </ask:type>
                </ask:lineSketchStyleProps>
              </a:ext>
            </a:extLst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543D3B3-9878-4503-C180-014EB8DC95F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30936" y="2807208"/>
            <a:ext cx="3429000" cy="3410712"/>
          </a:xfr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en-US" sz="2200" dirty="0">
                <a:ea typeface="+mn-lt"/>
                <a:cs typeface="+mn-lt"/>
              </a:rPr>
              <a:t>Demand peaks during morning and afternoon hours</a:t>
            </a:r>
            <a:endParaRPr lang="en-US" sz="2200" dirty="0"/>
          </a:p>
          <a:p>
            <a:r>
              <a:rPr lang="en-US" sz="2200" dirty="0">
                <a:ea typeface="+mn-lt"/>
                <a:cs typeface="+mn-lt"/>
              </a:rPr>
              <a:t>Indicates commute-driven usage behavior</a:t>
            </a:r>
            <a:endParaRPr lang="en-US" sz="2200"/>
          </a:p>
          <a:p>
            <a:endParaRPr lang="en-US" sz="2200"/>
          </a:p>
        </p:txBody>
      </p:sp>
      <p:graphicFrame>
        <p:nvGraphicFramePr>
          <p:cNvPr id="4" name="Chart 3">
            <a:extLst>
              <a:ext uri="{FF2B5EF4-FFF2-40B4-BE49-F238E27FC236}">
                <a16:creationId xmlns:a16="http://schemas.microsoft.com/office/drawing/2014/main" id="{D91559A5-D4D0-45FF-8371-BF40ACECF9CB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3317513202"/>
              </p:ext>
            </p:extLst>
          </p:nvPr>
        </p:nvGraphicFramePr>
        <p:xfrm>
          <a:off x="4654296" y="640080"/>
          <a:ext cx="6903720" cy="557784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</p:spTree>
    <p:extLst>
      <p:ext uri="{BB962C8B-B14F-4D97-AF65-F5344CB8AC3E}">
        <p14:creationId xmlns:p14="http://schemas.microsoft.com/office/powerpoint/2010/main" val="3908663354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6AE4D4B-C4D6-DC81-41BF-CD1129F8FF1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ea typeface="+mj-lt"/>
                <a:cs typeface="+mj-lt"/>
              </a:rPr>
              <a:t>Weather Impact &amp; User Type Distribution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81CF5A0-E9D6-B9F5-845C-16E65FEC823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 vert="horz" lIns="91440" tIns="45720" rIns="91440" bIns="45720" rtlCol="0" anchor="t">
            <a:normAutofit/>
          </a:bodyPr>
          <a:lstStyle/>
          <a:p>
            <a:r>
              <a:rPr lang="en-US" dirty="0">
                <a:ea typeface="+mn-lt"/>
                <a:cs typeface="+mn-lt"/>
              </a:rPr>
              <a:t>Clear weather significantly increases rentals</a:t>
            </a:r>
            <a:endParaRPr lang="en-US" dirty="0"/>
          </a:p>
          <a:p>
            <a:r>
              <a:rPr lang="en-US" dirty="0">
                <a:ea typeface="+mn-lt"/>
                <a:cs typeface="+mn-lt"/>
              </a:rPr>
              <a:t>Registered users dominate overall demand</a:t>
            </a:r>
            <a:endParaRPr lang="en-US" dirty="0"/>
          </a:p>
          <a:p>
            <a:endParaRPr lang="en-US" dirty="0"/>
          </a:p>
        </p:txBody>
      </p:sp>
      <p:graphicFrame>
        <p:nvGraphicFramePr>
          <p:cNvPr id="4" name="Chart 3">
            <a:extLst>
              <a:ext uri="{FF2B5EF4-FFF2-40B4-BE49-F238E27FC236}">
                <a16:creationId xmlns:a16="http://schemas.microsoft.com/office/drawing/2014/main" id="{70707259-D656-4ED8-8572-B6E2DB8B1283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1666704966"/>
              </p:ext>
            </p:extLst>
          </p:nvPr>
        </p:nvGraphicFramePr>
        <p:xfrm>
          <a:off x="1037488" y="3145062"/>
          <a:ext cx="4577715" cy="2867025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graphicFrame>
        <p:nvGraphicFramePr>
          <p:cNvPr id="6" name="Chart 5">
            <a:extLst>
              <a:ext uri="{FF2B5EF4-FFF2-40B4-BE49-F238E27FC236}">
                <a16:creationId xmlns:a16="http://schemas.microsoft.com/office/drawing/2014/main" id="{24E8B8DB-9DF1-4EB4-BFA8-986417923C5E}"/>
              </a:ext>
              <a:ext uri="{147F2762-F138-4A5C-976F-8EAC2B608ADB}">
                <a16:predDERef xmlns:a16="http://schemas.microsoft.com/office/drawing/2014/main" pred="{70707259-D656-4ED8-8572-B6E2DB8B1283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332745495"/>
              </p:ext>
            </p:extLst>
          </p:nvPr>
        </p:nvGraphicFramePr>
        <p:xfrm>
          <a:off x="5984296" y="3150216"/>
          <a:ext cx="5368018" cy="306569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</p:spTree>
    <p:extLst>
      <p:ext uri="{BB962C8B-B14F-4D97-AF65-F5344CB8AC3E}">
        <p14:creationId xmlns:p14="http://schemas.microsoft.com/office/powerpoint/2010/main" val="1329722168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CB4E117-E33A-7F01-4BD4-3A9323AC343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ea typeface="+mj-lt"/>
                <a:cs typeface="+mj-lt"/>
              </a:rPr>
              <a:t>Day Type and Weather Relationship Analysis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2C06183-102E-73C2-F0D9-335061C81DE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 vert="horz" lIns="91440" tIns="45720" rIns="91440" bIns="45720" rtlCol="0" anchor="t">
            <a:normAutofit/>
          </a:bodyPr>
          <a:lstStyle/>
          <a:p>
            <a:r>
              <a:rPr lang="en-US" dirty="0">
                <a:ea typeface="+mn-lt"/>
                <a:cs typeface="+mn-lt"/>
              </a:rPr>
              <a:t>Weekday demand is higher due to commuting</a:t>
            </a:r>
            <a:endParaRPr lang="en-US" dirty="0"/>
          </a:p>
          <a:p>
            <a:r>
              <a:rPr lang="en-US" dirty="0">
                <a:ea typeface="+mn-lt"/>
                <a:cs typeface="+mn-lt"/>
              </a:rPr>
              <a:t>Certain weather combinations perform better</a:t>
            </a:r>
            <a:endParaRPr lang="en-US" dirty="0"/>
          </a:p>
          <a:p>
            <a:endParaRPr lang="en-US" dirty="0"/>
          </a:p>
        </p:txBody>
      </p:sp>
      <p:graphicFrame>
        <p:nvGraphicFramePr>
          <p:cNvPr id="4" name="Chart 3">
            <a:extLst>
              <a:ext uri="{FF2B5EF4-FFF2-40B4-BE49-F238E27FC236}">
                <a16:creationId xmlns:a16="http://schemas.microsoft.com/office/drawing/2014/main" id="{0363094E-8007-4844-93D9-EB2001287DE5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1337909374"/>
              </p:ext>
            </p:extLst>
          </p:nvPr>
        </p:nvGraphicFramePr>
        <p:xfrm>
          <a:off x="1008970" y="3277961"/>
          <a:ext cx="4581525" cy="2897505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graphicFrame>
        <p:nvGraphicFramePr>
          <p:cNvPr id="5" name="Chart 4">
            <a:extLst>
              <a:ext uri="{FF2B5EF4-FFF2-40B4-BE49-F238E27FC236}">
                <a16:creationId xmlns:a16="http://schemas.microsoft.com/office/drawing/2014/main" id="{DD9260E8-B685-493D-BD6D-37AF8F6B2905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3357522907"/>
              </p:ext>
            </p:extLst>
          </p:nvPr>
        </p:nvGraphicFramePr>
        <p:xfrm>
          <a:off x="6490607" y="3277961"/>
          <a:ext cx="4589145" cy="28956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</p:spTree>
    <p:extLst>
      <p:ext uri="{BB962C8B-B14F-4D97-AF65-F5344CB8AC3E}">
        <p14:creationId xmlns:p14="http://schemas.microsoft.com/office/powerpoint/2010/main" val="4139454009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0" name="Rectangle 9">
            <a:extLst>
              <a:ext uri="{FF2B5EF4-FFF2-40B4-BE49-F238E27FC236}">
                <a16:creationId xmlns:a16="http://schemas.microsoft.com/office/drawing/2014/main" id="{0B9EE3F3-89B7-43C3-8651-C4C96830993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D55E3E82-FA3A-9F7C-6446-9C7C3615F78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11480" y="991443"/>
            <a:ext cx="4443154" cy="1087819"/>
          </a:xfrm>
        </p:spPr>
        <p:txBody>
          <a:bodyPr anchor="b">
            <a:normAutofit/>
          </a:bodyPr>
          <a:lstStyle/>
          <a:p>
            <a:r>
              <a:rPr lang="en-US" sz="3400">
                <a:ea typeface="+mj-lt"/>
                <a:cs typeface="+mj-lt"/>
              </a:rPr>
              <a:t>Interactive Dashboard — Pre Final</a:t>
            </a:r>
            <a:endParaRPr lang="en-US" sz="3400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33AE4636-AEEC-45D6-84D4-7AC2DA48ECF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>
            <a:off x="649223" y="387939"/>
            <a:ext cx="73152" cy="54864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prstClr val="white"/>
              </a:solidFill>
              <a:latin typeface="Calibri" panose="020F0502020204030204"/>
            </a:endParaRP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8D9CE0F4-2EB2-4F1F-8AAC-DB3571D9FE1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11480" y="2285541"/>
            <a:ext cx="4389120" cy="18288"/>
          </a:xfrm>
          <a:prstGeom prst="rect">
            <a:avLst/>
          </a:prstGeom>
          <a:solidFill>
            <a:srgbClr val="D5D5D5"/>
          </a:solidFill>
          <a:ln w="3175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prstClr val="white"/>
              </a:solidFill>
              <a:latin typeface="Calibri" panose="020F0502020204030204"/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12C1929-7F64-A86C-58D5-27DBBFC0582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11480" y="2684095"/>
            <a:ext cx="4443154" cy="3492868"/>
          </a:xfrm>
        </p:spPr>
        <p:txBody>
          <a:bodyPr vert="horz" lIns="91440" tIns="45720" rIns="91440" bIns="45720" rtlCol="0">
            <a:normAutofit/>
          </a:bodyPr>
          <a:lstStyle/>
          <a:p>
            <a:r>
              <a:rPr lang="en-US" sz="1800">
                <a:ea typeface="+mn-lt"/>
                <a:cs typeface="+mn-lt"/>
              </a:rPr>
              <a:t>Built using Dataset 1 and Dataset 2</a:t>
            </a:r>
            <a:endParaRPr lang="en-US" sz="1800"/>
          </a:p>
          <a:p>
            <a:r>
              <a:rPr lang="en-US" sz="1800">
                <a:ea typeface="+mn-lt"/>
                <a:cs typeface="+mn-lt"/>
              </a:rPr>
              <a:t>Uses pivot charts and slicers</a:t>
            </a:r>
            <a:endParaRPr lang="en-US" sz="1800"/>
          </a:p>
          <a:p>
            <a:r>
              <a:rPr lang="en-US" sz="1800">
                <a:ea typeface="+mn-lt"/>
                <a:cs typeface="+mn-lt"/>
              </a:rPr>
              <a:t>Highlights demand trends, weather impact, and user behavior</a:t>
            </a:r>
            <a:endParaRPr lang="en-US" sz="1800"/>
          </a:p>
          <a:p>
            <a:endParaRPr lang="en-US" sz="1800"/>
          </a:p>
        </p:txBody>
      </p:sp>
      <p:pic>
        <p:nvPicPr>
          <p:cNvPr id="8" name="Picture 7" descr="A screenshot of a graph&#10;&#10;AI-generated content may be incorrect.">
            <a:extLst>
              <a:ext uri="{FF2B5EF4-FFF2-40B4-BE49-F238E27FC236}">
                <a16:creationId xmlns:a16="http://schemas.microsoft.com/office/drawing/2014/main" id="{9033764D-5977-275A-81DF-ECD25A6B178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85816" y="1775116"/>
            <a:ext cx="6440424" cy="325241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34178009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3" name="Rectangle 12">
            <a:extLst>
              <a:ext uri="{FF2B5EF4-FFF2-40B4-BE49-F238E27FC236}">
                <a16:creationId xmlns:a16="http://schemas.microsoft.com/office/drawing/2014/main" id="{2B97F24A-32CE-4C1C-A50D-3016B394DCF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D146D2AA-048A-4042-242E-969393CE08D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30936" y="639520"/>
            <a:ext cx="3429000" cy="1719072"/>
          </a:xfrm>
        </p:spPr>
        <p:txBody>
          <a:bodyPr anchor="b">
            <a:normAutofit/>
          </a:bodyPr>
          <a:lstStyle/>
          <a:p>
            <a:r>
              <a:rPr lang="en-US" sz="3800"/>
              <a:t>Interactive Dashboard — Final</a:t>
            </a:r>
          </a:p>
          <a:p>
            <a:endParaRPr lang="en-US" sz="3800"/>
          </a:p>
        </p:txBody>
      </p:sp>
      <p:sp>
        <p:nvSpPr>
          <p:cNvPr id="14" name="sketch line">
            <a:extLst>
              <a:ext uri="{FF2B5EF4-FFF2-40B4-BE49-F238E27FC236}">
                <a16:creationId xmlns:a16="http://schemas.microsoft.com/office/drawing/2014/main" id="{CD8B4F24-440B-49E9-B85D-733523DC064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643278" y="2573756"/>
            <a:ext cx="3255095" cy="18288"/>
          </a:xfrm>
          <a:custGeom>
            <a:avLst/>
            <a:gdLst>
              <a:gd name="csX0" fmla="*/ 0 w 3255095"/>
              <a:gd name="csY0" fmla="*/ 0 h 18288"/>
              <a:gd name="csX1" fmla="*/ 618468 w 3255095"/>
              <a:gd name="csY1" fmla="*/ 0 h 18288"/>
              <a:gd name="csX2" fmla="*/ 1269487 w 3255095"/>
              <a:gd name="csY2" fmla="*/ 0 h 18288"/>
              <a:gd name="csX3" fmla="*/ 1953057 w 3255095"/>
              <a:gd name="csY3" fmla="*/ 0 h 18288"/>
              <a:gd name="csX4" fmla="*/ 2636627 w 3255095"/>
              <a:gd name="csY4" fmla="*/ 0 h 18288"/>
              <a:gd name="csX5" fmla="*/ 3255095 w 3255095"/>
              <a:gd name="csY5" fmla="*/ 0 h 18288"/>
              <a:gd name="csX6" fmla="*/ 3255095 w 3255095"/>
              <a:gd name="csY6" fmla="*/ 18288 h 18288"/>
              <a:gd name="csX7" fmla="*/ 2538974 w 3255095"/>
              <a:gd name="csY7" fmla="*/ 18288 h 18288"/>
              <a:gd name="csX8" fmla="*/ 1822853 w 3255095"/>
              <a:gd name="csY8" fmla="*/ 18288 h 18288"/>
              <a:gd name="csX9" fmla="*/ 1171834 w 3255095"/>
              <a:gd name="csY9" fmla="*/ 18288 h 18288"/>
              <a:gd name="csX10" fmla="*/ 0 w 3255095"/>
              <a:gd name="csY10" fmla="*/ 18288 h 18288"/>
              <a:gd name="csX11" fmla="*/ 0 w 3255095"/>
              <a:gd name="csY11" fmla="*/ 0 h 18288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</a:cxnLst>
            <a:rect l="l" t="t" r="r" b="b"/>
            <a:pathLst>
              <a:path w="3255095" h="18288" fill="none" extrusionOk="0">
                <a:moveTo>
                  <a:pt x="0" y="0"/>
                </a:moveTo>
                <a:cubicBezTo>
                  <a:pt x="240201" y="-22123"/>
                  <a:pt x="462021" y="-19623"/>
                  <a:pt x="618468" y="0"/>
                </a:cubicBezTo>
                <a:cubicBezTo>
                  <a:pt x="774915" y="19623"/>
                  <a:pt x="974734" y="2035"/>
                  <a:pt x="1269487" y="0"/>
                </a:cubicBezTo>
                <a:cubicBezTo>
                  <a:pt x="1564240" y="-2035"/>
                  <a:pt x="1733579" y="10639"/>
                  <a:pt x="1953057" y="0"/>
                </a:cubicBezTo>
                <a:cubicBezTo>
                  <a:pt x="2172535" y="-10639"/>
                  <a:pt x="2453962" y="14018"/>
                  <a:pt x="2636627" y="0"/>
                </a:cubicBezTo>
                <a:cubicBezTo>
                  <a:pt x="2819292" y="-14018"/>
                  <a:pt x="3121375" y="5399"/>
                  <a:pt x="3255095" y="0"/>
                </a:cubicBezTo>
                <a:cubicBezTo>
                  <a:pt x="3254386" y="8157"/>
                  <a:pt x="3254682" y="12125"/>
                  <a:pt x="3255095" y="18288"/>
                </a:cubicBezTo>
                <a:cubicBezTo>
                  <a:pt x="3088545" y="23203"/>
                  <a:pt x="2687475" y="7419"/>
                  <a:pt x="2538974" y="18288"/>
                </a:cubicBezTo>
                <a:cubicBezTo>
                  <a:pt x="2390473" y="29157"/>
                  <a:pt x="2137381" y="-8959"/>
                  <a:pt x="1822853" y="18288"/>
                </a:cubicBezTo>
                <a:cubicBezTo>
                  <a:pt x="1508325" y="45535"/>
                  <a:pt x="1466437" y="20385"/>
                  <a:pt x="1171834" y="18288"/>
                </a:cubicBezTo>
                <a:cubicBezTo>
                  <a:pt x="877231" y="16191"/>
                  <a:pt x="561097" y="37643"/>
                  <a:pt x="0" y="18288"/>
                </a:cubicBezTo>
                <a:cubicBezTo>
                  <a:pt x="-46" y="12483"/>
                  <a:pt x="-203" y="6491"/>
                  <a:pt x="0" y="0"/>
                </a:cubicBezTo>
                <a:close/>
              </a:path>
              <a:path w="3255095" h="18288" stroke="0" extrusionOk="0">
                <a:moveTo>
                  <a:pt x="0" y="0"/>
                </a:moveTo>
                <a:cubicBezTo>
                  <a:pt x="291965" y="19429"/>
                  <a:pt x="363155" y="8568"/>
                  <a:pt x="618468" y="0"/>
                </a:cubicBezTo>
                <a:cubicBezTo>
                  <a:pt x="873781" y="-8568"/>
                  <a:pt x="904459" y="-19505"/>
                  <a:pt x="1171834" y="0"/>
                </a:cubicBezTo>
                <a:cubicBezTo>
                  <a:pt x="1439209" y="19505"/>
                  <a:pt x="1744369" y="9790"/>
                  <a:pt x="1887955" y="0"/>
                </a:cubicBezTo>
                <a:cubicBezTo>
                  <a:pt x="2031541" y="-9790"/>
                  <a:pt x="2346378" y="21240"/>
                  <a:pt x="2506423" y="0"/>
                </a:cubicBezTo>
                <a:cubicBezTo>
                  <a:pt x="2666468" y="-21240"/>
                  <a:pt x="2990257" y="30414"/>
                  <a:pt x="3255095" y="0"/>
                </a:cubicBezTo>
                <a:cubicBezTo>
                  <a:pt x="3254831" y="4493"/>
                  <a:pt x="3255479" y="9472"/>
                  <a:pt x="3255095" y="18288"/>
                </a:cubicBezTo>
                <a:cubicBezTo>
                  <a:pt x="3120743" y="16690"/>
                  <a:pt x="2759628" y="42462"/>
                  <a:pt x="2604076" y="18288"/>
                </a:cubicBezTo>
                <a:cubicBezTo>
                  <a:pt x="2448524" y="-5886"/>
                  <a:pt x="2184336" y="19599"/>
                  <a:pt x="1887955" y="18288"/>
                </a:cubicBezTo>
                <a:cubicBezTo>
                  <a:pt x="1591574" y="16977"/>
                  <a:pt x="1548845" y="6870"/>
                  <a:pt x="1334589" y="18288"/>
                </a:cubicBezTo>
                <a:cubicBezTo>
                  <a:pt x="1120333" y="29706"/>
                  <a:pt x="996014" y="9662"/>
                  <a:pt x="683570" y="18288"/>
                </a:cubicBezTo>
                <a:cubicBezTo>
                  <a:pt x="371126" y="26914"/>
                  <a:pt x="198687" y="16167"/>
                  <a:pt x="0" y="18288"/>
                </a:cubicBezTo>
                <a:cubicBezTo>
                  <a:pt x="843" y="9577"/>
                  <a:pt x="371" y="6900"/>
                  <a:pt x="0" y="0"/>
                </a:cubicBezTo>
                <a:close/>
              </a:path>
            </a:pathLst>
          </a:custGeom>
          <a:solidFill>
            <a:schemeClr val="accent2"/>
          </a:solidFill>
          <a:ln w="38100" cap="rnd">
            <a:solidFill>
              <a:schemeClr val="accent2"/>
            </a:solidFill>
            <a:round/>
            <a:extLst>
              <a:ext uri="{C807C97D-BFC1-408E-A445-0C87EB9F89A2}">
                <ask:lineSketchStyleProps xmlns:ask="http://schemas.microsoft.com/office/drawing/2018/sketchyshapes" sd="1219033472">
                  <a:prstGeom prst="rect">
                    <a:avLst/>
                  </a:prstGeom>
                  <ask:type>
                    <ask:lineSketchFreehand/>
                  </ask:type>
                </ask:lineSketchStyleProps>
              </a:ext>
            </a:extLst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508D7F8-07DD-91E6-A5A2-E9F04FB887B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30936" y="2807208"/>
            <a:ext cx="3429000" cy="3410712"/>
          </a:xfr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en-US" sz="2200">
                <a:ea typeface="+mn-lt"/>
                <a:cs typeface="+mn-lt"/>
              </a:rPr>
              <a:t>Extended analysis using all three datasets</a:t>
            </a:r>
          </a:p>
          <a:p>
            <a:r>
              <a:rPr lang="en-US" sz="2200">
                <a:ea typeface="+mn-lt"/>
                <a:cs typeface="+mn-lt"/>
              </a:rPr>
              <a:t>Provides deeper contextual insights</a:t>
            </a:r>
          </a:p>
          <a:p>
            <a:r>
              <a:rPr lang="en-US" sz="2200">
                <a:ea typeface="+mn-lt"/>
                <a:cs typeface="+mn-lt"/>
              </a:rPr>
              <a:t>Enables comprehensive business intelligence</a:t>
            </a:r>
          </a:p>
          <a:p>
            <a:endParaRPr lang="en-US" sz="2200"/>
          </a:p>
        </p:txBody>
      </p:sp>
      <p:pic>
        <p:nvPicPr>
          <p:cNvPr id="4" name="Picture 3" descr="A screenshot of a computer screen&#10;&#10;AI-generated content may be incorrect.">
            <a:extLst>
              <a:ext uri="{FF2B5EF4-FFF2-40B4-BE49-F238E27FC236}">
                <a16:creationId xmlns:a16="http://schemas.microsoft.com/office/drawing/2014/main" id="{43E3C3ED-C663-C990-179F-CA92C1F01D1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54296" y="1685810"/>
            <a:ext cx="6903720" cy="348637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31207415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6" name="Rectangle 5">
            <a:extLst>
              <a:ext uri="{FF2B5EF4-FFF2-40B4-BE49-F238E27FC236}">
                <a16:creationId xmlns:a16="http://schemas.microsoft.com/office/drawing/2014/main" id="{BACC6370-2D7E-4714-9D71-7542949D7D5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256B2C21-A230-48C0-8DF1-C46611373C4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 flipH="1">
            <a:off x="-1410084" y="1410082"/>
            <a:ext cx="6858000" cy="4037836"/>
          </a:xfrm>
          <a:prstGeom prst="rect">
            <a:avLst/>
          </a:prstGeom>
          <a:gradFill>
            <a:gsLst>
              <a:gs pos="8000">
                <a:srgbClr val="000000"/>
              </a:gs>
              <a:gs pos="100000">
                <a:schemeClr val="accent1">
                  <a:lumMod val="75000"/>
                </a:schemeClr>
              </a:gs>
            </a:gsLst>
            <a:lin ang="30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3847E18C-932D-4C95-AABA-FEC7C9499AD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 flipH="1">
            <a:off x="-1410085" y="1420219"/>
            <a:ext cx="6857999" cy="4037839"/>
          </a:xfrm>
          <a:prstGeom prst="rect">
            <a:avLst/>
          </a:prstGeom>
          <a:gradFill>
            <a:gsLst>
              <a:gs pos="0">
                <a:srgbClr val="000000">
                  <a:alpha val="0"/>
                </a:srgbClr>
              </a:gs>
              <a:gs pos="99000">
                <a:schemeClr val="accent1">
                  <a:alpha val="46000"/>
                </a:schemeClr>
              </a:gs>
            </a:gsLst>
            <a:lin ang="1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3150CB11-0C61-439E-910F-5787759E72A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 flipH="1">
            <a:off x="767923" y="3588085"/>
            <a:ext cx="2501979" cy="4037841"/>
          </a:xfrm>
          <a:prstGeom prst="rect">
            <a:avLst/>
          </a:prstGeom>
          <a:gradFill>
            <a:gsLst>
              <a:gs pos="2000">
                <a:schemeClr val="accent1">
                  <a:alpha val="29000"/>
                </a:schemeClr>
              </a:gs>
              <a:gs pos="100000">
                <a:srgbClr val="000000">
                  <a:alpha val="30000"/>
                </a:srgbClr>
              </a:gs>
            </a:gsLst>
            <a:lin ang="7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2" name="Freeform: Shape 11">
            <a:extLst>
              <a:ext uri="{FF2B5EF4-FFF2-40B4-BE49-F238E27FC236}">
                <a16:creationId xmlns:a16="http://schemas.microsoft.com/office/drawing/2014/main" id="{43F8A58B-5155-44CE-A5FF-7647B47D0A7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20635413">
            <a:off x="-501737" y="969718"/>
            <a:ext cx="3900357" cy="4178958"/>
          </a:xfrm>
          <a:custGeom>
            <a:avLst/>
            <a:gdLst>
              <a:gd name="connsiteX0" fmla="*/ 2432225 w 3900357"/>
              <a:gd name="connsiteY0" fmla="*/ 93939 h 4178958"/>
              <a:gd name="connsiteX1" fmla="*/ 3900357 w 3900357"/>
              <a:gd name="connsiteY1" fmla="*/ 2089479 h 4178958"/>
              <a:gd name="connsiteX2" fmla="*/ 1810878 w 3900357"/>
              <a:gd name="connsiteY2" fmla="*/ 4178958 h 4178958"/>
              <a:gd name="connsiteX3" fmla="*/ 78249 w 3900357"/>
              <a:gd name="connsiteY3" fmla="*/ 3257727 h 4178958"/>
              <a:gd name="connsiteX4" fmla="*/ 0 w 3900357"/>
              <a:gd name="connsiteY4" fmla="*/ 3128923 h 4178958"/>
              <a:gd name="connsiteX5" fmla="*/ 831324 w 3900357"/>
              <a:gd name="connsiteY5" fmla="*/ 244281 h 4178958"/>
              <a:gd name="connsiteX6" fmla="*/ 997559 w 3900357"/>
              <a:gd name="connsiteY6" fmla="*/ 164202 h 4178958"/>
              <a:gd name="connsiteX7" fmla="*/ 1810878 w 3900357"/>
              <a:gd name="connsiteY7" fmla="*/ 0 h 4178958"/>
              <a:gd name="connsiteX8" fmla="*/ 2432225 w 3900357"/>
              <a:gd name="connsiteY8" fmla="*/ 93939 h 417895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3900357" h="4178958">
                <a:moveTo>
                  <a:pt x="2432225" y="93939"/>
                </a:moveTo>
                <a:cubicBezTo>
                  <a:pt x="3282786" y="358491"/>
                  <a:pt x="3900357" y="1151865"/>
                  <a:pt x="3900357" y="2089479"/>
                </a:cubicBezTo>
                <a:cubicBezTo>
                  <a:pt x="3900357" y="3243466"/>
                  <a:pt x="2964865" y="4178958"/>
                  <a:pt x="1810878" y="4178958"/>
                </a:cubicBezTo>
                <a:cubicBezTo>
                  <a:pt x="1089636" y="4178958"/>
                  <a:pt x="453744" y="3813531"/>
                  <a:pt x="78249" y="3257727"/>
                </a:cubicBezTo>
                <a:lnTo>
                  <a:pt x="0" y="3128923"/>
                </a:lnTo>
                <a:lnTo>
                  <a:pt x="831324" y="244281"/>
                </a:lnTo>
                <a:lnTo>
                  <a:pt x="997559" y="164202"/>
                </a:lnTo>
                <a:cubicBezTo>
                  <a:pt x="1247540" y="58468"/>
                  <a:pt x="1522381" y="0"/>
                  <a:pt x="1810878" y="0"/>
                </a:cubicBezTo>
                <a:cubicBezTo>
                  <a:pt x="2027251" y="0"/>
                  <a:pt x="2235942" y="32888"/>
                  <a:pt x="2432225" y="93939"/>
                </a:cubicBezTo>
                <a:close/>
              </a:path>
            </a:pathLst>
          </a:custGeom>
          <a:gradFill>
            <a:gsLst>
              <a:gs pos="29000">
                <a:srgbClr val="000000">
                  <a:alpha val="0"/>
                </a:srgbClr>
              </a:gs>
              <a:gs pos="100000">
                <a:schemeClr val="accent1">
                  <a:alpha val="43000"/>
                </a:schemeClr>
              </a:gs>
            </a:gsLst>
            <a:lin ang="1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dirty="0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443F2ACA-E6D6-4028-82DD-F03C262D5DE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 flipH="1">
            <a:off x="-1410095" y="1410079"/>
            <a:ext cx="6858003" cy="4037835"/>
          </a:xfrm>
          <a:prstGeom prst="rect">
            <a:avLst/>
          </a:prstGeom>
          <a:gradFill>
            <a:gsLst>
              <a:gs pos="0">
                <a:srgbClr val="000000">
                  <a:alpha val="0"/>
                </a:srgbClr>
              </a:gs>
              <a:gs pos="99000">
                <a:schemeClr val="accent1">
                  <a:lumMod val="60000"/>
                  <a:lumOff val="40000"/>
                  <a:alpha val="11000"/>
                </a:schemeClr>
              </a:gs>
            </a:gsLst>
            <a:lin ang="7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4F85EF80-4FE1-54C0-DB4B-B1BE36C05DB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86478" y="1683756"/>
            <a:ext cx="3115265" cy="2396359"/>
          </a:xfrm>
        </p:spPr>
        <p:txBody>
          <a:bodyPr anchor="b">
            <a:normAutofit/>
          </a:bodyPr>
          <a:lstStyle/>
          <a:p>
            <a:pPr algn="r"/>
            <a:r>
              <a:rPr lang="en-US" sz="4000" dirty="0">
                <a:solidFill>
                  <a:srgbClr val="FFFFFF"/>
                </a:solidFill>
                <a:ea typeface="+mj-lt"/>
                <a:cs typeface="+mj-lt"/>
              </a:rPr>
              <a:t>Key Business Insights</a:t>
            </a:r>
            <a:endParaRPr lang="en-US" sz="4000" dirty="0">
              <a:solidFill>
                <a:srgbClr val="FFFFFF"/>
              </a:solidFill>
            </a:endParaRPr>
          </a:p>
        </p:txBody>
      </p:sp>
      <p:graphicFrame>
        <p:nvGraphicFramePr>
          <p:cNvPr id="16" name="Content Placeholder 2">
            <a:extLst>
              <a:ext uri="{FF2B5EF4-FFF2-40B4-BE49-F238E27FC236}">
                <a16:creationId xmlns:a16="http://schemas.microsoft.com/office/drawing/2014/main" id="{A2CDD008-28AC-B2B3-A8EC-E776665DC351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3505411340"/>
              </p:ext>
            </p:extLst>
          </p:nvPr>
        </p:nvGraphicFramePr>
        <p:xfrm>
          <a:off x="4905052" y="750440"/>
          <a:ext cx="6666833" cy="5453920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3935100301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4EE9908-8CBA-B4C1-F027-5BB2E82F5BB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ea typeface="+mj-lt"/>
                <a:cs typeface="+mj-lt"/>
              </a:rPr>
              <a:t>Conclusion</a:t>
            </a:r>
            <a:endParaRPr lang="en-US" dirty="0"/>
          </a:p>
        </p:txBody>
      </p:sp>
      <p:graphicFrame>
        <p:nvGraphicFramePr>
          <p:cNvPr id="7" name="Content Placeholder 2">
            <a:extLst>
              <a:ext uri="{FF2B5EF4-FFF2-40B4-BE49-F238E27FC236}">
                <a16:creationId xmlns:a16="http://schemas.microsoft.com/office/drawing/2014/main" id="{08EC4788-1D9A-044A-390F-60CACF05CFEC}"/>
              </a:ext>
            </a:extLst>
          </p:cNvPr>
          <p:cNvGraphicFramePr>
            <a:graphicFrameLocks noGrp="1"/>
          </p:cNvGraphicFramePr>
          <p:nvPr>
            <p:ph idx="1"/>
          </p:nvPr>
        </p:nvGraphicFramePr>
        <p:xfrm>
          <a:off x="838200" y="1825625"/>
          <a:ext cx="10515600" cy="4351338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664611647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 Theme">
      <a:majorFont>
        <a:latin typeface="Aptos Display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ptos" panose="020B000402020202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0</TotalTime>
  <Words>0</Words>
  <Application>Microsoft Office PowerPoint</Application>
  <PresentationFormat>Widescreen</PresentationFormat>
  <Paragraphs>0</Paragraphs>
  <Slides>12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3" baseType="lpstr">
      <vt:lpstr>office theme</vt:lpstr>
      <vt:lpstr>Bike Sharing Demand Analysis Using Excel</vt:lpstr>
      <vt:lpstr>Problem Statement</vt:lpstr>
      <vt:lpstr>Dataset &amp; Scope of Analysis</vt:lpstr>
      <vt:lpstr>Data Preparation &amp; Feature Engineering</vt:lpstr>
      <vt:lpstr>Data Visualization &amp; Business Intelligence Approach</vt:lpstr>
      <vt:lpstr>Bike Demand Pattern</vt:lpstr>
      <vt:lpstr>Weather Impact &amp; User Type Distribution</vt:lpstr>
      <vt:lpstr>Day Type and Weather Relationship Analysis</vt:lpstr>
      <vt:lpstr>Interactive Dashboard — Pre Final</vt:lpstr>
      <vt:lpstr>Interactive Dashboard — Final </vt:lpstr>
      <vt:lpstr>Key Business Insights</vt:lpstr>
      <vt:lpstr>Conclusion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lastModifiedBy/>
  <cp:revision>134</cp:revision>
  <dcterms:created xsi:type="dcterms:W3CDTF">2026-01-20T21:01:43Z</dcterms:created>
  <dcterms:modified xsi:type="dcterms:W3CDTF">2026-01-20T21:58:34Z</dcterms:modified>
</cp:coreProperties>
</file>